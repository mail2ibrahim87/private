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clicks. H₂S and FeS are converted in place and leave with the condensate; only the vapours go to the flare.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clicks: fill, heat, chemistry and rolling boil, H₂S and FeS converted in the water, vapours to the flare, drain and rinse, gas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3" name="t1"/>
          <p:cNvSpPr txBox="1"/>
          <p:nvPr/>
        </p:nvSpPr>
        <p:spPr>
          <a:xfrm>
            <a:off x="548640" y="347472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Vapour-phase – where each contaminant goes</a:t>
            </a:r>
            <a:endParaRPr lang="en-US" sz="2800" dirty="0"/>
          </a:p>
        </p:txBody>
      </p:sp>
      <p:sp>
        <p:nvSpPr>
          <p:cNvPr id="4" name="s2"/>
          <p:cNvSpPr/>
          <p:nvPr/>
        </p:nvSpPr>
        <p:spPr>
          <a:xfrm>
            <a:off x="4754880" y="1737360"/>
            <a:ext cx="1188720" cy="3474720"/>
          </a:xfrm>
          <a:prstGeom prst="roundRect">
            <a:avLst>
              <a:gd name="adj" fmla="val 50000"/>
            </a:avLst>
          </a:prstGeom>
          <a:solidFill>
            <a:srgbClr val="DCEBF7"/>
          </a:solidFill>
          <a:ln w="25400">
            <a:solidFill>
              <a:srgbClr val="94A3B8"/>
            </a:solidFill>
            <a:prstDash val="solid"/>
          </a:ln>
        </p:spPr>
      </p:sp>
      <p:sp>
        <p:nvSpPr>
          <p:cNvPr id="5" name="s3"/>
          <p:cNvSpPr/>
          <p:nvPr/>
        </p:nvSpPr>
        <p:spPr>
          <a:xfrm>
            <a:off x="4800600" y="2171700"/>
            <a:ext cx="10972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6" name="s4"/>
          <p:cNvSpPr/>
          <p:nvPr/>
        </p:nvSpPr>
        <p:spPr>
          <a:xfrm>
            <a:off x="4800600" y="2606040"/>
            <a:ext cx="10972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7" name="s5"/>
          <p:cNvSpPr/>
          <p:nvPr/>
        </p:nvSpPr>
        <p:spPr>
          <a:xfrm>
            <a:off x="4800600" y="3040380"/>
            <a:ext cx="10972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8" name="s6"/>
          <p:cNvSpPr/>
          <p:nvPr/>
        </p:nvSpPr>
        <p:spPr>
          <a:xfrm>
            <a:off x="4800600" y="3474720"/>
            <a:ext cx="10972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9" name="s7"/>
          <p:cNvSpPr/>
          <p:nvPr/>
        </p:nvSpPr>
        <p:spPr>
          <a:xfrm>
            <a:off x="4800600" y="3909060"/>
            <a:ext cx="10972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0" name="s8"/>
          <p:cNvSpPr/>
          <p:nvPr/>
        </p:nvSpPr>
        <p:spPr>
          <a:xfrm>
            <a:off x="4800600" y="4343400"/>
            <a:ext cx="10972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1" name="s9"/>
          <p:cNvSpPr/>
          <p:nvPr/>
        </p:nvSpPr>
        <p:spPr>
          <a:xfrm>
            <a:off x="4800600" y="4777740"/>
            <a:ext cx="10972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2" name="s10"/>
          <p:cNvSpPr/>
          <p:nvPr/>
        </p:nvSpPr>
        <p:spPr>
          <a:xfrm>
            <a:off x="4754880" y="1737360"/>
            <a:ext cx="1188720" cy="3474720"/>
          </a:xfrm>
          <a:prstGeom prst="roundRect">
            <a:avLst>
              <a:gd name="adj" fmla="val 50000"/>
            </a:avLst>
          </a:prstGeom>
          <a:solidFill>
            <a:srgbClr val="9C7A55">
              <a:alpha val="65000"/>
            </a:srgbClr>
          </a:solidFill>
          <a:ln w="25400">
            <a:solidFill>
              <a:srgbClr val="94A3B8"/>
            </a:solidFill>
            <a:prstDash val="solid"/>
          </a:ln>
        </p:spPr>
      </p:sp>
      <p:sp>
        <p:nvSpPr>
          <p:cNvPr id="13" name="t11"/>
          <p:cNvSpPr txBox="1"/>
          <p:nvPr/>
        </p:nvSpPr>
        <p:spPr>
          <a:xfrm>
            <a:off x="4754880" y="52303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100" dirty="0"/>
          </a:p>
        </p:txBody>
      </p:sp>
      <p:sp>
        <p:nvSpPr>
          <p:cNvPr id="14" name="s12"/>
          <p:cNvSpPr/>
          <p:nvPr/>
        </p:nvSpPr>
        <p:spPr>
          <a:xfrm flipV="1">
            <a:off x="5349240" y="1417320"/>
            <a:ext cx="0" cy="32004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</p:sp>
      <p:sp>
        <p:nvSpPr>
          <p:cNvPr id="15" name="s13"/>
          <p:cNvSpPr/>
          <p:nvPr/>
        </p:nvSpPr>
        <p:spPr>
          <a:xfrm>
            <a:off x="5349240" y="1417320"/>
            <a:ext cx="4663440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6" name="s14"/>
          <p:cNvSpPr/>
          <p:nvPr/>
        </p:nvSpPr>
        <p:spPr>
          <a:xfrm>
            <a:off x="10012680" y="1143000"/>
            <a:ext cx="182880" cy="1188720"/>
          </a:xfrm>
          <a:prstGeom prst="rect">
            <a:avLst/>
          </a:prstGeom>
          <a:solidFill>
            <a:srgbClr val="B4C2D3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s15"/>
          <p:cNvSpPr/>
          <p:nvPr/>
        </p:nvSpPr>
        <p:spPr>
          <a:xfrm>
            <a:off x="9884664" y="640080"/>
            <a:ext cx="438912" cy="548640"/>
          </a:xfrm>
          <a:prstGeom prst="ellipse">
            <a:avLst/>
          </a:prstGeom>
          <a:solidFill>
            <a:srgbClr val="F7C548"/>
          </a:solidFill>
          <a:ln/>
        </p:spPr>
      </p:sp>
      <p:sp>
        <p:nvSpPr>
          <p:cNvPr id="18" name="s16"/>
          <p:cNvSpPr/>
          <p:nvPr/>
        </p:nvSpPr>
        <p:spPr>
          <a:xfrm>
            <a:off x="9976104" y="850392"/>
            <a:ext cx="256032" cy="329184"/>
          </a:xfrm>
          <a:prstGeom prst="ellipse">
            <a:avLst/>
          </a:prstGeom>
          <a:solidFill>
            <a:srgbClr val="FF8C1A"/>
          </a:solidFill>
          <a:ln/>
        </p:spPr>
      </p:sp>
      <p:sp>
        <p:nvSpPr>
          <p:cNvPr id="19" name="t17"/>
          <p:cNvSpPr txBox="1"/>
          <p:nvPr/>
        </p:nvSpPr>
        <p:spPr>
          <a:xfrm>
            <a:off x="9555480" y="23774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FLARE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VENT</a:t>
            </a:r>
            <a:endParaRPr lang="en-US" sz="1100" dirty="0"/>
          </a:p>
        </p:txBody>
      </p:sp>
      <p:sp>
        <p:nvSpPr>
          <p:cNvPr id="20" name="s18"/>
          <p:cNvSpPr/>
          <p:nvPr/>
        </p:nvSpPr>
        <p:spPr>
          <a:xfrm>
            <a:off x="5349240" y="5212080"/>
            <a:ext cx="0" cy="32004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</p:sp>
      <p:sp>
        <p:nvSpPr>
          <p:cNvPr id="21" name="s19"/>
          <p:cNvSpPr/>
          <p:nvPr/>
        </p:nvSpPr>
        <p:spPr>
          <a:xfrm>
            <a:off x="5349240" y="5532120"/>
            <a:ext cx="3063240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</p:sp>
      <p:sp>
        <p:nvSpPr>
          <p:cNvPr id="22" name="s20"/>
          <p:cNvSpPr/>
          <p:nvPr/>
        </p:nvSpPr>
        <p:spPr>
          <a:xfrm flipV="1">
            <a:off x="8412480" y="5029200"/>
            <a:ext cx="0" cy="50292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</p:sp>
      <p:sp>
        <p:nvSpPr>
          <p:cNvPr id="23" name="s21"/>
          <p:cNvSpPr/>
          <p:nvPr/>
        </p:nvSpPr>
        <p:spPr>
          <a:xfrm>
            <a:off x="8412480" y="5029200"/>
            <a:ext cx="365760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4" name="t22"/>
          <p:cNvSpPr txBox="1"/>
          <p:nvPr/>
        </p:nvSpPr>
        <p:spPr>
          <a:xfrm>
            <a:off x="6126480" y="5257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Condensate drain</a:t>
            </a:r>
            <a:endParaRPr lang="en-US" sz="1100" dirty="0"/>
          </a:p>
        </p:txBody>
      </p:sp>
      <p:sp>
        <p:nvSpPr>
          <p:cNvPr id="25" name="s23"/>
          <p:cNvSpPr/>
          <p:nvPr/>
        </p:nvSpPr>
        <p:spPr>
          <a:xfrm>
            <a:off x="8778240" y="4343400"/>
            <a:ext cx="1463040" cy="1143000"/>
          </a:xfrm>
          <a:prstGeom prst="rect">
            <a:avLst/>
          </a:prstGeom>
          <a:solidFill>
            <a:srgbClr val="EEF2F6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26" name="s24"/>
          <p:cNvSpPr/>
          <p:nvPr/>
        </p:nvSpPr>
        <p:spPr>
          <a:xfrm>
            <a:off x="8823960" y="5166360"/>
            <a:ext cx="1371600" cy="274320"/>
          </a:xfrm>
          <a:prstGeom prst="rect">
            <a:avLst/>
          </a:prstGeom>
          <a:solidFill>
            <a:srgbClr val="B8A68F"/>
          </a:solidFill>
          <a:ln/>
        </p:spPr>
      </p:sp>
      <p:sp>
        <p:nvSpPr>
          <p:cNvPr id="27" name="s25"/>
          <p:cNvSpPr/>
          <p:nvPr/>
        </p:nvSpPr>
        <p:spPr>
          <a:xfrm>
            <a:off x="8823960" y="4800600"/>
            <a:ext cx="1371600" cy="365760"/>
          </a:xfrm>
          <a:prstGeom prst="rect">
            <a:avLst/>
          </a:prstGeom>
          <a:solidFill>
            <a:srgbClr val="B8A68F"/>
          </a:solidFill>
          <a:ln/>
        </p:spPr>
      </p:sp>
      <p:sp>
        <p:nvSpPr>
          <p:cNvPr id="28" name="t26"/>
          <p:cNvSpPr txBox="1"/>
          <p:nvPr/>
        </p:nvSpPr>
        <p:spPr>
          <a:xfrm>
            <a:off x="8503920" y="55138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EFFLUENT TANK</a:t>
            </a:r>
            <a:endParaRPr lang="en-US" sz="1100" dirty="0"/>
          </a:p>
        </p:txBody>
      </p:sp>
      <p:sp>
        <p:nvSpPr>
          <p:cNvPr id="29" name="t27"/>
          <p:cNvSpPr txBox="1"/>
          <p:nvPr/>
        </p:nvSpPr>
        <p:spPr>
          <a:xfrm>
            <a:off x="548640" y="4572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200" dirty="0"/>
          </a:p>
        </p:txBody>
      </p:sp>
      <p:sp>
        <p:nvSpPr>
          <p:cNvPr id="30" name="s28"/>
          <p:cNvSpPr/>
          <p:nvPr/>
        </p:nvSpPr>
        <p:spPr>
          <a:xfrm>
            <a:off x="1188720" y="4846320"/>
            <a:ext cx="3566160" cy="0"/>
          </a:xfrm>
          <a:prstGeom prst="line">
            <a:avLst/>
          </a:prstGeom>
          <a:noFill/>
          <a:ln w="635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31" name="t29"/>
          <p:cNvSpPr txBox="1"/>
          <p:nvPr/>
        </p:nvSpPr>
        <p:spPr>
          <a:xfrm>
            <a:off x="2011680" y="4114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 CHEMISTRY</a:t>
            </a:r>
            <a:endParaRPr lang="en-US" sz="1200" dirty="0"/>
          </a:p>
        </p:txBody>
      </p:sp>
      <p:sp>
        <p:nvSpPr>
          <p:cNvPr id="32" name="s30"/>
          <p:cNvSpPr/>
          <p:nvPr/>
        </p:nvSpPr>
        <p:spPr>
          <a:xfrm>
            <a:off x="2743200" y="4407408"/>
            <a:ext cx="0" cy="438912"/>
          </a:xfrm>
          <a:prstGeom prst="line">
            <a:avLst/>
          </a:prstGeom>
          <a:noFill/>
          <a:ln w="63500">
            <a:solidFill>
              <a:srgbClr val="3AB54A"/>
            </a:solidFill>
            <a:prstDash val="solid"/>
            <a:tailEnd type="triangle"/>
          </a:ln>
        </p:spPr>
      </p:sp>
      <p:sp>
        <p:nvSpPr>
          <p:cNvPr id="33" name="s31"/>
          <p:cNvSpPr/>
          <p:nvPr/>
        </p:nvSpPr>
        <p:spPr>
          <a:xfrm>
            <a:off x="548640" y="1371600"/>
            <a:ext cx="3017520" cy="1828800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34" name="t32"/>
          <p:cNvSpPr txBox="1"/>
          <p:nvPr/>
        </p:nvSpPr>
        <p:spPr>
          <a:xfrm>
            <a:off x="731520" y="1481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TEST AT MANWAY</a:t>
            </a:r>
            <a:endParaRPr lang="en-US" sz="1200" dirty="0"/>
          </a:p>
        </p:txBody>
      </p:sp>
      <p:sp>
        <p:nvSpPr>
          <p:cNvPr id="35" name="t33"/>
          <p:cNvSpPr txBox="1"/>
          <p:nvPr/>
        </p:nvSpPr>
        <p:spPr>
          <a:xfrm>
            <a:off x="731520" y="18745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400" dirty="0"/>
          </a:p>
        </p:txBody>
      </p:sp>
      <p:sp>
        <p:nvSpPr>
          <p:cNvPr id="36" name="t34"/>
          <p:cNvSpPr txBox="1"/>
          <p:nvPr/>
        </p:nvSpPr>
        <p:spPr>
          <a:xfrm>
            <a:off x="1737360" y="18745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above limit</a:t>
            </a:r>
            <a:endParaRPr lang="en-US" sz="1300" dirty="0"/>
          </a:p>
        </p:txBody>
      </p:sp>
      <p:sp>
        <p:nvSpPr>
          <p:cNvPr id="37" name="t35"/>
          <p:cNvSpPr txBox="1"/>
          <p:nvPr/>
        </p:nvSpPr>
        <p:spPr>
          <a:xfrm>
            <a:off x="1737360" y="18745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OK</a:t>
            </a:r>
            <a:endParaRPr lang="en-US" sz="1300" dirty="0"/>
          </a:p>
        </p:txBody>
      </p:sp>
      <p:sp>
        <p:nvSpPr>
          <p:cNvPr id="38" name="t36"/>
          <p:cNvSpPr txBox="1"/>
          <p:nvPr/>
        </p:nvSpPr>
        <p:spPr>
          <a:xfrm>
            <a:off x="731520" y="22860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400" dirty="0"/>
          </a:p>
        </p:txBody>
      </p:sp>
      <p:sp>
        <p:nvSpPr>
          <p:cNvPr id="39" name="t37"/>
          <p:cNvSpPr txBox="1"/>
          <p:nvPr/>
        </p:nvSpPr>
        <p:spPr>
          <a:xfrm>
            <a:off x="1737360" y="22860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above limit</a:t>
            </a:r>
            <a:endParaRPr lang="en-US" sz="1300" dirty="0"/>
          </a:p>
        </p:txBody>
      </p:sp>
      <p:sp>
        <p:nvSpPr>
          <p:cNvPr id="40" name="t38"/>
          <p:cNvSpPr txBox="1"/>
          <p:nvPr/>
        </p:nvSpPr>
        <p:spPr>
          <a:xfrm>
            <a:off x="1737360" y="22860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OK</a:t>
            </a:r>
            <a:endParaRPr lang="en-US" sz="1300" dirty="0"/>
          </a:p>
        </p:txBody>
      </p:sp>
      <p:sp>
        <p:nvSpPr>
          <p:cNvPr id="41" name="t39"/>
          <p:cNvSpPr txBox="1"/>
          <p:nvPr/>
        </p:nvSpPr>
        <p:spPr>
          <a:xfrm>
            <a:off x="731520" y="26974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400" dirty="0"/>
          </a:p>
        </p:txBody>
      </p:sp>
      <p:sp>
        <p:nvSpPr>
          <p:cNvPr id="42" name="t40"/>
          <p:cNvSpPr txBox="1"/>
          <p:nvPr/>
        </p:nvSpPr>
        <p:spPr>
          <a:xfrm>
            <a:off x="1737360" y="26974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above limit</a:t>
            </a:r>
            <a:endParaRPr lang="en-US" sz="1300" dirty="0"/>
          </a:p>
        </p:txBody>
      </p:sp>
      <p:sp>
        <p:nvSpPr>
          <p:cNvPr id="43" name="t41"/>
          <p:cNvSpPr txBox="1"/>
          <p:nvPr/>
        </p:nvSpPr>
        <p:spPr>
          <a:xfrm>
            <a:off x="1737360" y="26974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OK</a:t>
            </a:r>
            <a:endParaRPr lang="en-US" sz="1300" dirty="0"/>
          </a:p>
        </p:txBody>
      </p:sp>
      <p:sp>
        <p:nvSpPr>
          <p:cNvPr id="44" name="s42"/>
          <p:cNvSpPr/>
          <p:nvPr/>
        </p:nvSpPr>
        <p:spPr>
          <a:xfrm>
            <a:off x="548640" y="5852160"/>
            <a:ext cx="11064240" cy="713232"/>
          </a:xfrm>
          <a:prstGeom prst="roundRect">
            <a:avLst>
              <a:gd name="adj" fmla="val 25641"/>
            </a:avLst>
          </a:prstGeom>
          <a:solidFill>
            <a:srgbClr val="EAF3FA"/>
          </a:solidFill>
          <a:ln/>
        </p:spPr>
      </p:sp>
      <p:sp>
        <p:nvSpPr>
          <p:cNvPr id="45" name="t43"/>
          <p:cNvSpPr txBox="1"/>
          <p:nvPr/>
        </p:nvSpPr>
        <p:spPr>
          <a:xfrm>
            <a:off x="777240" y="585216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The unit is shut down, drained and isolated – the column still holds H₂S, benzene, LEL gases, pyrophoric FeS and heavy oil.</a:t>
            </a:r>
            <a:endParaRPr lang="en-US" sz="1400" dirty="0"/>
          </a:p>
        </p:txBody>
      </p:sp>
      <p:sp>
        <p:nvSpPr>
          <p:cNvPr id="46" name="t44"/>
          <p:cNvSpPr txBox="1"/>
          <p:nvPr/>
        </p:nvSpPr>
        <p:spPr>
          <a:xfrm>
            <a:off x="777240" y="585216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Steam is introduced through the existing steam-out lines and heats the whole column.</a:t>
            </a:r>
            <a:endParaRPr lang="en-US" sz="1400" dirty="0"/>
          </a:p>
        </p:txBody>
      </p:sp>
      <p:sp>
        <p:nvSpPr>
          <p:cNvPr id="47" name="t45"/>
          <p:cNvSpPr txBox="1"/>
          <p:nvPr/>
        </p:nvSpPr>
        <p:spPr>
          <a:xfrm>
            <a:off x="777240" y="585216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 Decon chemistry is injected into the steam and reaches every surface the steam reaches.</a:t>
            </a:r>
            <a:endParaRPr lang="en-US" sz="1400" dirty="0"/>
          </a:p>
        </p:txBody>
      </p:sp>
      <p:sp>
        <p:nvSpPr>
          <p:cNvPr id="48" name="t46"/>
          <p:cNvSpPr txBox="1"/>
          <p:nvPr/>
        </p:nvSpPr>
        <p:spPr>
          <a:xfrm>
            <a:off x="777240" y="585216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 H₂S is converted into stable, non-volatile compounds that stay in the condensate and drain to the effluent tank.</a:t>
            </a:r>
            <a:endParaRPr lang="en-US" sz="1400" dirty="0"/>
          </a:p>
        </p:txBody>
      </p:sp>
      <p:sp>
        <p:nvSpPr>
          <p:cNvPr id="49" name="t47"/>
          <p:cNvSpPr txBox="1"/>
          <p:nvPr/>
        </p:nvSpPr>
        <p:spPr>
          <a:xfrm>
            <a:off x="777240" y="585216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 Pyrophoric FeS is oxidised in place to stable iron oxide – it can no longer self-heat – and is washed out.</a:t>
            </a:r>
            <a:endParaRPr lang="en-US" sz="1400" dirty="0"/>
          </a:p>
        </p:txBody>
      </p:sp>
      <p:sp>
        <p:nvSpPr>
          <p:cNvPr id="50" name="t48"/>
          <p:cNvSpPr txBox="1"/>
          <p:nvPr/>
        </p:nvSpPr>
        <p:spPr>
          <a:xfrm>
            <a:off x="777240" y="585216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 Benzene and LEL hydrocarbons are vaporised and swept to the flare / closed vent; dissolved benzene drains with the condensate.</a:t>
            </a:r>
            <a:endParaRPr lang="en-US" sz="1400" dirty="0"/>
          </a:p>
        </p:txBody>
      </p:sp>
      <p:sp>
        <p:nvSpPr>
          <p:cNvPr id="51" name="t49"/>
          <p:cNvSpPr txBox="1"/>
          <p:nvPr/>
        </p:nvSpPr>
        <p:spPr>
          <a:xfrm>
            <a:off x="777240" y="585216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 Softened deposits and heavy oil drain with the condensate – the column is clean.</a:t>
            </a:r>
            <a:endParaRPr lang="en-US" sz="1400" dirty="0"/>
          </a:p>
        </p:txBody>
      </p:sp>
      <p:sp>
        <p:nvSpPr>
          <p:cNvPr id="52" name="t50"/>
          <p:cNvSpPr txBox="1"/>
          <p:nvPr/>
        </p:nvSpPr>
        <p:spPr>
          <a:xfrm>
            <a:off x="777240" y="585216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 Gas tests confirm the entry criteria – the column is handed over for safe entry.</a:t>
            </a:r>
            <a:endParaRPr lang="en-US" sz="1400" dirty="0"/>
          </a:p>
        </p:txBody>
      </p:sp>
      <p:sp>
        <p:nvSpPr>
          <p:cNvPr id="53" name="tag51"/>
          <p:cNvSpPr/>
          <p:nvPr/>
        </p:nvSpPr>
        <p:spPr>
          <a:xfrm>
            <a:off x="4892040" y="205740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54" name="tag52"/>
          <p:cNvSpPr/>
          <p:nvPr/>
        </p:nvSpPr>
        <p:spPr>
          <a:xfrm>
            <a:off x="4892040" y="260604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55" name="tag53"/>
          <p:cNvSpPr/>
          <p:nvPr/>
        </p:nvSpPr>
        <p:spPr>
          <a:xfrm>
            <a:off x="4892040" y="315468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56" name="s54"/>
          <p:cNvSpPr/>
          <p:nvPr/>
        </p:nvSpPr>
        <p:spPr>
          <a:xfrm>
            <a:off x="4828032" y="3657600"/>
            <a:ext cx="1042416" cy="457200"/>
          </a:xfrm>
          <a:prstGeom prst="roundRect">
            <a:avLst>
              <a:gd name="adj" fmla="val 50000"/>
            </a:avLst>
          </a:prstGeom>
          <a:solidFill>
            <a:srgbClr val="FF8C1A">
              <a:alpha val="45000"/>
            </a:srgbClr>
          </a:solidFill>
          <a:ln w="25400">
            <a:solidFill>
              <a:srgbClr val="FF8C1A"/>
            </a:solidFill>
            <a:prstDash val="solid"/>
          </a:ln>
        </p:spPr>
      </p:sp>
      <p:sp>
        <p:nvSpPr>
          <p:cNvPr id="57" name="tag55"/>
          <p:cNvSpPr/>
          <p:nvPr/>
        </p:nvSpPr>
        <p:spPr>
          <a:xfrm>
            <a:off x="4892040" y="3721608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</a:t>
            </a:r>
            <a:endParaRPr lang="en-US" sz="1200" dirty="0"/>
          </a:p>
        </p:txBody>
      </p:sp>
      <p:sp>
        <p:nvSpPr>
          <p:cNvPr id="58" name="tag56"/>
          <p:cNvSpPr/>
          <p:nvPr/>
        </p:nvSpPr>
        <p:spPr>
          <a:xfrm>
            <a:off x="4800600" y="205740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8E9AA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salt</a:t>
            </a:r>
            <a:endParaRPr lang="en-US" sz="1200" dirty="0"/>
          </a:p>
        </p:txBody>
      </p:sp>
      <p:sp>
        <p:nvSpPr>
          <p:cNvPr id="59" name="tag57"/>
          <p:cNvSpPr/>
          <p:nvPr/>
        </p:nvSpPr>
        <p:spPr>
          <a:xfrm>
            <a:off x="4800600" y="3721608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A052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oxide</a:t>
            </a:r>
            <a:endParaRPr lang="en-US" sz="1200" dirty="0"/>
          </a:p>
        </p:txBody>
      </p:sp>
      <p:sp>
        <p:nvSpPr>
          <p:cNvPr id="60" name="s58"/>
          <p:cNvSpPr/>
          <p:nvPr/>
        </p:nvSpPr>
        <p:spPr>
          <a:xfrm>
            <a:off x="1097280" y="4754880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C74BC"/>
            </a:solidFill>
            <a:prstDash val="solid"/>
          </a:ln>
        </p:spPr>
      </p:sp>
      <p:sp>
        <p:nvSpPr>
          <p:cNvPr id="61" name="s59"/>
          <p:cNvSpPr/>
          <p:nvPr/>
        </p:nvSpPr>
        <p:spPr>
          <a:xfrm>
            <a:off x="1097280" y="4754880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C74BC"/>
            </a:solidFill>
            <a:prstDash val="solid"/>
          </a:ln>
        </p:spPr>
      </p:sp>
      <p:sp>
        <p:nvSpPr>
          <p:cNvPr id="62" name="s60"/>
          <p:cNvSpPr/>
          <p:nvPr/>
        </p:nvSpPr>
        <p:spPr>
          <a:xfrm>
            <a:off x="1097280" y="4754880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C74BC"/>
            </a:solidFill>
            <a:prstDash val="solid"/>
          </a:ln>
        </p:spPr>
      </p:sp>
      <p:sp>
        <p:nvSpPr>
          <p:cNvPr id="63" name="s61"/>
          <p:cNvSpPr/>
          <p:nvPr/>
        </p:nvSpPr>
        <p:spPr>
          <a:xfrm>
            <a:off x="1097280" y="4754880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C74BC"/>
            </a:solidFill>
            <a:prstDash val="solid"/>
          </a:ln>
        </p:spPr>
      </p:sp>
      <p:sp>
        <p:nvSpPr>
          <p:cNvPr id="64" name="s62"/>
          <p:cNvSpPr/>
          <p:nvPr/>
        </p:nvSpPr>
        <p:spPr>
          <a:xfrm>
            <a:off x="1097280" y="4754880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C74BC"/>
            </a:solidFill>
            <a:prstDash val="solid"/>
          </a:ln>
        </p:spPr>
      </p:sp>
      <p:sp>
        <p:nvSpPr>
          <p:cNvPr id="65" name="s63"/>
          <p:cNvSpPr/>
          <p:nvPr/>
        </p:nvSpPr>
        <p:spPr>
          <a:xfrm>
            <a:off x="1097280" y="4754880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C74BC"/>
            </a:solidFill>
            <a:prstDash val="solid"/>
          </a:ln>
        </p:spPr>
      </p:sp>
      <p:sp>
        <p:nvSpPr>
          <p:cNvPr id="66" name="s64"/>
          <p:cNvSpPr/>
          <p:nvPr/>
        </p:nvSpPr>
        <p:spPr>
          <a:xfrm>
            <a:off x="1097280" y="4754880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C74BC"/>
            </a:solidFill>
            <a:prstDash val="solid"/>
          </a:ln>
        </p:spPr>
      </p:sp>
      <p:sp>
        <p:nvSpPr>
          <p:cNvPr id="67" name="s65"/>
          <p:cNvSpPr/>
          <p:nvPr/>
        </p:nvSpPr>
        <p:spPr>
          <a:xfrm>
            <a:off x="2651760" y="4315968"/>
            <a:ext cx="182880" cy="182880"/>
          </a:xfrm>
          <a:prstGeom prst="ellipse">
            <a:avLst/>
          </a:prstGeom>
          <a:solidFill>
            <a:srgbClr val="3AB54A"/>
          </a:solidFill>
          <a:ln/>
        </p:spPr>
      </p:sp>
      <p:sp>
        <p:nvSpPr>
          <p:cNvPr id="68" name="s66"/>
          <p:cNvSpPr/>
          <p:nvPr/>
        </p:nvSpPr>
        <p:spPr>
          <a:xfrm>
            <a:off x="2651760" y="4315968"/>
            <a:ext cx="182880" cy="182880"/>
          </a:xfrm>
          <a:prstGeom prst="ellipse">
            <a:avLst/>
          </a:prstGeom>
          <a:solidFill>
            <a:srgbClr val="3AB54A"/>
          </a:solidFill>
          <a:ln/>
        </p:spPr>
      </p:sp>
      <p:sp>
        <p:nvSpPr>
          <p:cNvPr id="69" name="s67"/>
          <p:cNvSpPr/>
          <p:nvPr/>
        </p:nvSpPr>
        <p:spPr>
          <a:xfrm>
            <a:off x="2651760" y="4315968"/>
            <a:ext cx="182880" cy="182880"/>
          </a:xfrm>
          <a:prstGeom prst="ellipse">
            <a:avLst/>
          </a:prstGeom>
          <a:solidFill>
            <a:srgbClr val="3AB54A"/>
          </a:solidFill>
          <a:ln/>
        </p:spPr>
      </p:sp>
      <p:sp>
        <p:nvSpPr>
          <p:cNvPr id="70" name="s68"/>
          <p:cNvSpPr/>
          <p:nvPr/>
        </p:nvSpPr>
        <p:spPr>
          <a:xfrm>
            <a:off x="2651760" y="4315968"/>
            <a:ext cx="182880" cy="182880"/>
          </a:xfrm>
          <a:prstGeom prst="ellipse">
            <a:avLst/>
          </a:prstGeom>
          <a:solidFill>
            <a:srgbClr val="3AB54A"/>
          </a:solidFill>
          <a:ln/>
        </p:spPr>
      </p:sp>
      <p:sp>
        <p:nvSpPr>
          <p:cNvPr id="71" name="s69"/>
          <p:cNvSpPr/>
          <p:nvPr/>
        </p:nvSpPr>
        <p:spPr>
          <a:xfrm>
            <a:off x="2651760" y="4315968"/>
            <a:ext cx="182880" cy="182880"/>
          </a:xfrm>
          <a:prstGeom prst="ellipse">
            <a:avLst/>
          </a:prstGeom>
          <a:solidFill>
            <a:srgbClr val="3AB54A"/>
          </a:solidFill>
          <a:ln/>
        </p:spPr>
      </p:sp>
      <p:sp>
        <p:nvSpPr>
          <p:cNvPr id="72" name="s70"/>
          <p:cNvSpPr/>
          <p:nvPr/>
        </p:nvSpPr>
        <p:spPr>
          <a:xfrm>
            <a:off x="2651760" y="4315968"/>
            <a:ext cx="182880" cy="182880"/>
          </a:xfrm>
          <a:prstGeom prst="ellipse">
            <a:avLst/>
          </a:prstGeom>
          <a:solidFill>
            <a:srgbClr val="3AB54A"/>
          </a:solidFill>
          <a:ln/>
        </p:spPr>
      </p:sp>
      <p:sp>
        <p:nvSpPr>
          <p:cNvPr id="73" name="s71"/>
          <p:cNvSpPr/>
          <p:nvPr/>
        </p:nvSpPr>
        <p:spPr>
          <a:xfrm>
            <a:off x="5248656" y="2121408"/>
            <a:ext cx="201168" cy="201168"/>
          </a:xfrm>
          <a:prstGeom prst="ellipse">
            <a:avLst/>
          </a:prstGeom>
          <a:solidFill>
            <a:srgbClr val="8E9AA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4" name="s72"/>
          <p:cNvSpPr/>
          <p:nvPr/>
        </p:nvSpPr>
        <p:spPr>
          <a:xfrm>
            <a:off x="5248656" y="2121408"/>
            <a:ext cx="201168" cy="201168"/>
          </a:xfrm>
          <a:prstGeom prst="ellipse">
            <a:avLst/>
          </a:prstGeom>
          <a:solidFill>
            <a:srgbClr val="8E9AA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5" name="s73"/>
          <p:cNvSpPr/>
          <p:nvPr/>
        </p:nvSpPr>
        <p:spPr>
          <a:xfrm>
            <a:off x="5248656" y="2121408"/>
            <a:ext cx="201168" cy="201168"/>
          </a:xfrm>
          <a:prstGeom prst="ellipse">
            <a:avLst/>
          </a:prstGeom>
          <a:solidFill>
            <a:srgbClr val="8E9AA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6" name="s74"/>
          <p:cNvSpPr/>
          <p:nvPr/>
        </p:nvSpPr>
        <p:spPr>
          <a:xfrm>
            <a:off x="5248656" y="2121408"/>
            <a:ext cx="201168" cy="201168"/>
          </a:xfrm>
          <a:prstGeom prst="ellipse">
            <a:avLst/>
          </a:prstGeom>
          <a:solidFill>
            <a:srgbClr val="8E9AA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7" name="s75"/>
          <p:cNvSpPr/>
          <p:nvPr/>
        </p:nvSpPr>
        <p:spPr>
          <a:xfrm>
            <a:off x="5248656" y="3785616"/>
            <a:ext cx="201168" cy="201168"/>
          </a:xfrm>
          <a:prstGeom prst="ellipse">
            <a:avLst/>
          </a:prstGeom>
          <a:solidFill>
            <a:srgbClr val="A0522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8" name="s76"/>
          <p:cNvSpPr/>
          <p:nvPr/>
        </p:nvSpPr>
        <p:spPr>
          <a:xfrm>
            <a:off x="5248656" y="3785616"/>
            <a:ext cx="201168" cy="201168"/>
          </a:xfrm>
          <a:prstGeom prst="ellipse">
            <a:avLst/>
          </a:prstGeom>
          <a:solidFill>
            <a:srgbClr val="A0522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9" name="s77"/>
          <p:cNvSpPr/>
          <p:nvPr/>
        </p:nvSpPr>
        <p:spPr>
          <a:xfrm>
            <a:off x="5248656" y="3785616"/>
            <a:ext cx="201168" cy="201168"/>
          </a:xfrm>
          <a:prstGeom prst="ellipse">
            <a:avLst/>
          </a:prstGeom>
          <a:solidFill>
            <a:srgbClr val="A0522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0" name="s78"/>
          <p:cNvSpPr/>
          <p:nvPr/>
        </p:nvSpPr>
        <p:spPr>
          <a:xfrm>
            <a:off x="5248656" y="3785616"/>
            <a:ext cx="201168" cy="201168"/>
          </a:xfrm>
          <a:prstGeom prst="ellipse">
            <a:avLst/>
          </a:prstGeom>
          <a:solidFill>
            <a:srgbClr val="A0522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1" name="s79"/>
          <p:cNvSpPr/>
          <p:nvPr/>
        </p:nvSpPr>
        <p:spPr>
          <a:xfrm>
            <a:off x="5266944" y="2688336"/>
            <a:ext cx="164592" cy="164592"/>
          </a:xfrm>
          <a:prstGeom prst="ellipse">
            <a:avLst/>
          </a:prstGeom>
          <a:solidFill>
            <a:srgbClr val="E67E2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2" name="s80"/>
          <p:cNvSpPr/>
          <p:nvPr/>
        </p:nvSpPr>
        <p:spPr>
          <a:xfrm>
            <a:off x="5266944" y="2688336"/>
            <a:ext cx="164592" cy="164592"/>
          </a:xfrm>
          <a:prstGeom prst="ellipse">
            <a:avLst/>
          </a:prstGeom>
          <a:solidFill>
            <a:srgbClr val="E67E2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3" name="s81"/>
          <p:cNvSpPr/>
          <p:nvPr/>
        </p:nvSpPr>
        <p:spPr>
          <a:xfrm>
            <a:off x="5248656" y="4654296"/>
            <a:ext cx="201168" cy="201168"/>
          </a:xfrm>
          <a:prstGeom prst="ellipse">
            <a:avLst/>
          </a:prstGeom>
          <a:solidFill>
            <a:srgbClr val="9C7A5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4" name="s82"/>
          <p:cNvSpPr/>
          <p:nvPr/>
        </p:nvSpPr>
        <p:spPr>
          <a:xfrm>
            <a:off x="5248656" y="4654296"/>
            <a:ext cx="201168" cy="201168"/>
          </a:xfrm>
          <a:prstGeom prst="ellipse">
            <a:avLst/>
          </a:prstGeom>
          <a:solidFill>
            <a:srgbClr val="9C7A5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5" name="s83"/>
          <p:cNvSpPr/>
          <p:nvPr/>
        </p:nvSpPr>
        <p:spPr>
          <a:xfrm>
            <a:off x="5248656" y="4654296"/>
            <a:ext cx="201168" cy="201168"/>
          </a:xfrm>
          <a:prstGeom prst="ellipse">
            <a:avLst/>
          </a:prstGeom>
          <a:solidFill>
            <a:srgbClr val="9C7A5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6" name="s84"/>
          <p:cNvSpPr/>
          <p:nvPr/>
        </p:nvSpPr>
        <p:spPr>
          <a:xfrm>
            <a:off x="5248656" y="4654296"/>
            <a:ext cx="201168" cy="201168"/>
          </a:xfrm>
          <a:prstGeom prst="ellipse">
            <a:avLst/>
          </a:prstGeom>
          <a:solidFill>
            <a:srgbClr val="9C7A5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7" name="s85"/>
          <p:cNvSpPr/>
          <p:nvPr/>
        </p:nvSpPr>
        <p:spPr>
          <a:xfrm>
            <a:off x="5248656" y="4654296"/>
            <a:ext cx="201168" cy="201168"/>
          </a:xfrm>
          <a:prstGeom prst="ellipse">
            <a:avLst/>
          </a:prstGeom>
          <a:solidFill>
            <a:srgbClr val="9C7A5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8" name="s86"/>
          <p:cNvSpPr/>
          <p:nvPr/>
        </p:nvSpPr>
        <p:spPr>
          <a:xfrm>
            <a:off x="548640" y="3383280"/>
            <a:ext cx="3017520" cy="640080"/>
          </a:xfrm>
          <a:prstGeom prst="roundRect">
            <a:avLst>
              <a:gd name="adj" fmla="val 50000"/>
            </a:avLst>
          </a:prstGeom>
          <a:solidFill>
            <a:srgbClr val="3AB54A"/>
          </a:solidFill>
          <a:ln/>
        </p:spPr>
      </p:sp>
      <p:sp>
        <p:nvSpPr>
          <p:cNvPr id="89" name="t87"/>
          <p:cNvSpPr txBox="1"/>
          <p:nvPr/>
        </p:nvSpPr>
        <p:spPr>
          <a:xfrm>
            <a:off x="548640" y="33832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READY FOR SAFE ENTRY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mph" presetSubtype="0" repeatCount="3000" fill="hold" grpId="2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12" dur="500" autoRev="1" fill="hold"/>
                                        <p:tgtEl>
                                          <p:spTgt spid="56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0" presetClass="path" presetSubtype="0" fill="hold" grpId="3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 0 L 0.3263 0.0000 L 0.3263 -0.4000 E" pathEditMode="relative" ptsTypes="AAA">
                                      <p:cBhvr>
                                        <p:cTn id="26" dur="22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0" presetClass="path" presetSubtype="0" fill="hold" grpId="3" nodeType="withEffect">
                                  <p:stCondLst>
                                    <p:cond delay="1030"/>
                                  </p:stCondLst>
                                  <p:childTnLst>
                                    <p:animMotion origin="layout" path="M 0 0 L 0.3263 0.0000 L 0.3263 -0.4000 E" pathEditMode="relative" ptsTypes="AAA">
                                      <p:cBhvr>
                                        <p:cTn id="32" dur="22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323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0" presetClass="path" presetSubtype="0" fill="hold" grpId="3" nodeType="withEffect">
                                  <p:stCondLst>
                                    <p:cond delay="1360"/>
                                  </p:stCondLst>
                                  <p:childTnLst>
                                    <p:animMotion origin="layout" path="M 0 0 L 0.3263 0.0000 L 0.3263 -0.4000 E" pathEditMode="relative" ptsTypes="AAA">
                                      <p:cBhvr>
                                        <p:cTn id="38" dur="22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356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0" presetClass="path" presetSubtype="0" fill="hold" grpId="3" nodeType="withEffect">
                                  <p:stCondLst>
                                    <p:cond delay="1690"/>
                                  </p:stCondLst>
                                  <p:childTnLst>
                                    <p:animMotion origin="layout" path="M 0 0 L 0.3263 0.0000 L 0.3263 -0.4000 E" pathEditMode="relative" ptsTypes="AAA">
                                      <p:cBhvr>
                                        <p:cTn id="44" dur="22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389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20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0" presetClass="path" presetSubtype="0" fill="hold" grpId="3" nodeType="withEffect">
                                  <p:stCondLst>
                                    <p:cond delay="2020"/>
                                  </p:stCondLst>
                                  <p:childTnLst>
                                    <p:animMotion origin="layout" path="M 0 0 L 0.3263 0.0000 L 0.3263 -0.4000 E" pathEditMode="relative" ptsTypes="AAA">
                                      <p:cBhvr>
                                        <p:cTn id="50" dur="22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422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0" presetClass="path" presetSubtype="0" fill="hold" grpId="3" nodeType="withEffect">
                                  <p:stCondLst>
                                    <p:cond delay="2350"/>
                                  </p:stCondLst>
                                  <p:childTnLst>
                                    <p:animMotion origin="layout" path="M 0 0 L 0.3263 0.0000 L 0.3263 -0.4000 E" pathEditMode="relative" ptsTypes="AAA">
                                      <p:cBhvr>
                                        <p:cTn id="56" dur="22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45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26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0" presetClass="path" presetSubtype="0" fill="hold" grpId="3" nodeType="withEffect">
                                  <p:stCondLst>
                                    <p:cond delay="2680"/>
                                  </p:stCondLst>
                                  <p:childTnLst>
                                    <p:animMotion origin="layout" path="M 0 0 L 0.3263 0.0000 L 0.3263 -0.4000 E" pathEditMode="relative" ptsTypes="AAA">
                                      <p:cBhvr>
                                        <p:cTn id="62" dur="22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488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0" presetClass="path" presetSubtype="0" fill="hold" grpId="3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0.0640 L 0.2063 0.0640 L 0.2063 -0.4267 E" pathEditMode="relative" ptsTypes="AAAA">
                                      <p:cBhvr>
                                        <p:cTn id="78" dur="24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1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0" presetClass="path" presetSubtype="0" fill="hold" grpId="3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 0 L 0.0000 0.0640 L 0.2063 0.0640 L 0.2063 -0.4267 E" pathEditMode="relative" ptsTypes="AAAA">
                                      <p:cBhvr>
                                        <p:cTn id="84" dur="24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1" nodeType="withEffect">
                                  <p:stCondLst>
                                    <p:cond delay="33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grpId="3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 0 L 0.0000 0.0640 L 0.2063 0.0640 L 0.2063 -0.4267 E" pathEditMode="relative" ptsTypes="AAAA">
                                      <p:cBhvr>
                                        <p:cTn id="90" dur="24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1" nodeType="withEffect">
                                  <p:stCondLst>
                                    <p:cond delay="372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0" presetClass="path" presetSubtype="0" fill="hold" grpId="3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 0 L 0.0000 0.0640 L 0.2063 0.0640 L 0.2063 -0.4267 E" pathEditMode="relative" ptsTypes="AAAA">
                                      <p:cBhvr>
                                        <p:cTn id="96" dur="24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7" presetID="1" presetClass="exit" presetSubtype="0" fill="hold" grpId="1" nodeType="withEffect">
                                  <p:stCondLst>
                                    <p:cond delay="408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0" presetClass="path" presetSubtype="0" fill="hold" grpId="3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 0 L 0.0000 0.0640 L 0.2063 0.0640 L 0.2063 -0.4267 E" pathEditMode="relative" ptsTypes="AAAA">
                                      <p:cBhvr>
                                        <p:cTn id="102" dur="24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grpId="1" nodeType="withEffect">
                                  <p:stCondLst>
                                    <p:cond delay="444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0" presetClass="path" presetSubtype="0" fill="hold" grpId="3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 0 L 0.0000 0.0640 L 0.2063 0.0640 L 0.2063 -0.4267 E" pathEditMode="relative" ptsTypes="AAAA">
                                      <p:cBhvr>
                                        <p:cTn id="108" dur="24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grpId="1" nodeType="with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6" presetClass="emph" presetSubtype="0" repeatCount="2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9" dur="300" autoRev="1" fill="hold"/>
                                        <p:tgtEl>
                                          <p:spTgt spid="53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"/>
                            </p:stCondLst>
                            <p:childTnLst>
                              <p:par>
                                <p:cTn id="121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000"/>
                            </p:stCondLst>
                            <p:childTnLst>
                              <p:par>
                                <p:cTn id="128" presetID="10" presetClass="exit" presetSubtype="0" fill="hold" grpId="1" nodeType="after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0" presetClass="path" presetSubtype="0" fill="hold" grpId="3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0.4827 L 0.2513 0.4827 L 0.2513 0.4093 L 0.3000 0.4093 E" pathEditMode="relative" ptsTypes="AAAAA">
                                      <p:cBhvr>
                                        <p:cTn id="134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1" presetClass="exit" presetSubtype="0" fill="hold" grpId="1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0" presetClass="path" presetSubtype="0" fill="hold" grpId="3" nodeType="withEffect">
                                  <p:stCondLst>
                                    <p:cond delay="850"/>
                                  </p:stCondLst>
                                  <p:childTnLst>
                                    <p:animMotion origin="layout" path="M 0 0 L 0.0000 0.4827 L 0.2513 0.4827 L 0.2513 0.4093 L 0.3000 0.4093 E" pathEditMode="relative" ptsTypes="AAAAA">
                                      <p:cBhvr>
                                        <p:cTn id="140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1" presetID="1" presetClass="exit" presetSubtype="0" fill="hold" grpId="1" nodeType="withEffect">
                                  <p:stCondLst>
                                    <p:cond delay="285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0" presetClass="path" presetSubtype="0" fill="hold" grpId="3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0 0 L 0.0000 0.4827 L 0.2513 0.4827 L 0.2513 0.4093 L 0.3000 0.4093 E" pathEditMode="relative" ptsTypes="AAAAA">
                                      <p:cBhvr>
                                        <p:cTn id="146" dur="2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grpId="1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0" presetClass="path" presetSubtype="0" fill="hold" grpId="3" nodeType="withEffect">
                                  <p:stCondLst>
                                    <p:cond delay="1350"/>
                                  </p:stCondLst>
                                  <p:childTnLst>
                                    <p:animMotion origin="layout" path="M 0 0 L 0.0000 0.4827 L 0.2513 0.4827 L 0.2513 0.4093 L 0.3000 0.4093 E" pathEditMode="relative" ptsTypes="AAAAA">
                                      <p:cBhvr>
                                        <p:cTn id="152" dur="2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3" presetID="1" presetClass="exit" presetSubtype="0" fill="hold" grpId="1" nodeType="withEffect">
                                  <p:stCondLst>
                                    <p:cond delay="335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4850"/>
                            </p:stCondLst>
                            <p:childTnLst>
                              <p:par>
                                <p:cTn id="15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" dur="6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0" dur="6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6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600"/>
                            </p:stCondLst>
                            <p:childTnLst>
                              <p:par>
                                <p:cTn id="176" presetID="10" presetClass="exit" presetSubtype="0" fill="hold" grpId="1" nodeType="after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7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0" presetClass="path" presetSubtype="0" fill="hold" grpId="3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0.2400 L 0.2513 0.2400 L 0.2513 0.1667 L 0.3000 0.1667 E" pathEditMode="relative" ptsTypes="AAAAA">
                                      <p:cBhvr>
                                        <p:cTn id="182" dur="18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3" presetID="1" presetClass="exit" presetSubtype="0" fill="hold" grpId="1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0" presetClass="path" presetSubtype="0" fill="hold" grpId="3" nodeType="withEffect">
                                  <p:stCondLst>
                                    <p:cond delay="850"/>
                                  </p:stCondLst>
                                  <p:childTnLst>
                                    <p:animMotion origin="layout" path="M 0 0 L 0.0000 0.2400 L 0.2513 0.2400 L 0.2513 0.1667 L 0.3000 0.1667 E" pathEditMode="relative" ptsTypes="AAAAA">
                                      <p:cBhvr>
                                        <p:cTn id="188" dur="18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9" presetID="1" presetClass="exit" presetSubtype="0" fill="hold" grpId="1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0" presetClass="path" presetSubtype="0" fill="hold" grpId="3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0 0 L 0.0000 0.2400 L 0.2513 0.2400 L 0.2513 0.1667 L 0.3000 0.1667 E" pathEditMode="relative" ptsTypes="AAAAA">
                                      <p:cBhvr>
                                        <p:cTn id="194" dur="18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5" presetID="1" presetClass="exit" presetSubtype="0" fill="hold" grpId="1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0" presetClass="path" presetSubtype="0" fill="hold" grpId="3" nodeType="withEffect">
                                  <p:stCondLst>
                                    <p:cond delay="1350"/>
                                  </p:stCondLst>
                                  <p:childTnLst>
                                    <p:animMotion origin="layout" path="M 0 0 L 0.0000 0.2400 L 0.2513 0.2400 L 0.2513 0.1667 L 0.3000 0.1667 E" pathEditMode="relative" ptsTypes="AAAAA">
                                      <p:cBhvr>
                                        <p:cTn id="200" dur="18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1" presetID="1" presetClass="exit" presetSubtype="0" fill="hold" grpId="1" nodeType="withEffect">
                                  <p:stCondLst>
                                    <p:cond delay="315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0" presetClass="pat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1973 L 0.4050 -0.1973 E" pathEditMode="relative" ptsTypes="AAA">
                                      <p:cBhvr>
                                        <p:cTn id="211" dur="18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2" presetID="10" presetClass="exit" presetSubtype="0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3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0" presetClass="path" presetSubtype="0" fill="hold" grpId="3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2773 L 0.4050 -0.2773 E" pathEditMode="relative" ptsTypes="AAA">
                                      <p:cBhvr>
                                        <p:cTn id="216" dur="18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7" presetID="10" presetClass="exit" presetSubtype="0" fill="hold" grpId="1" nodeType="withEffect">
                                  <p:stCondLst>
                                    <p:cond delay="2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6" presetClass="emph" presetSubtype="0" repeatCount="4000" fill="hold" grpId="2" nodeType="withEffect">
                                  <p:stCondLst>
                                    <p:cond delay="1700"/>
                                  </p:stCondLst>
                                  <p:childTnLst>
                                    <p:animScale>
                                      <p:cBhvr>
                                        <p:cTn id="221" dur="30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40000" y="140000"/>
                                    </p:animScale>
                                  </p:childTnLst>
                                </p:cTn>
                              </p:par>
                              <p:par>
                                <p:cTn id="222" presetID="6" presetClass="emph" presetSubtype="0" repeatCount="4000" fill="hold" grpId="2" nodeType="withEffect">
                                  <p:stCondLst>
                                    <p:cond delay="1700"/>
                                  </p:stCondLst>
                                  <p:childTnLst>
                                    <p:animScale>
                                      <p:cBhvr>
                                        <p:cTn id="223" dur="30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40000" y="140000"/>
                                    </p:animScale>
                                  </p:childTnLst>
                                </p:cTn>
                              </p:par>
                              <p:par>
                                <p:cTn id="224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0" presetClass="path" presetSubtype="0" fill="hold" grpId="3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0.0000 0.4027 L 0.2513 0.4027 L 0.2513 0.3293 L 0.3000 0.3293 E" pathEditMode="relative" ptsTypes="AAAAA">
                                      <p:cBhvr>
                                        <p:cTn id="227" dur="18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8" presetID="1" presetClass="exit" presetSubtype="0" fill="hold" grpId="1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1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0" presetClass="path" presetSubtype="0" fill="hold" grpId="3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 0 L 0.0000 0.4027 L 0.2513 0.4027 L 0.2513 0.3293 L 0.3000 0.3293 E" pathEditMode="relative" ptsTypes="AAAAA">
                                      <p:cBhvr>
                                        <p:cTn id="233" dur="18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4" presetID="1" presetClass="exit" presetSubtype="0" fill="hold" grpId="1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4" dur="2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21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0" presetClass="pat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0.1133 L 0.2513 0.1133 L 0.2513 0.0400 L 0.3000 0.0400 E" pathEditMode="relative" ptsTypes="AAAAA">
                                      <p:cBhvr>
                                        <p:cTn id="249" dur="16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0" presetID="1" presetClass="exit" presetSubtype="0" fill="hold" grpId="1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presetID="0" presetClass="path" presetSubtype="0" fill="hold" grpId="3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0.1133 L 0.2513 0.1133 L 0.2513 0.0400 L 0.3000 0.0400 E" pathEditMode="relative" ptsTypes="AAAAA">
                                      <p:cBhvr>
                                        <p:cTn id="255" dur="16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6" presetID="1" presetClass="exit" presetSubtype="0" fill="hold" grpId="1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0" presetClass="path" presetSubtype="0" fill="hold" grpId="3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0.1133 L 0.2513 0.1133 L 0.2513 0.0400 L 0.3000 0.0400 E" pathEditMode="relative" ptsTypes="AAAAA">
                                      <p:cBhvr>
                                        <p:cTn id="261" dur="16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2" presetID="1" presetClass="exit" presetSubtype="0" fill="hold" grpId="1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0" presetClass="path" presetSubtype="0" fill="hold" grpId="3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0.0000 0.1133 L 0.2513 0.1133 L 0.2513 0.0400 L 0.3000 0.0400 E" pathEditMode="relative" ptsTypes="AAAAA">
                                      <p:cBhvr>
                                        <p:cTn id="267" dur="16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8" presetID="1" presetClass="exit" presetSubtype="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0" presetClass="path" presetSubtype="0" fill="hold" grpId="3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 0 L 0.0000 0.1133 L 0.2513 0.1133 L 0.2513 0.0400 L 0.3000 0.0400 E" pathEditMode="relative" ptsTypes="AAAAA">
                                      <p:cBhvr>
                                        <p:cTn id="273" dur="16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4" presetID="1" presetClass="exit" presetSubtype="0" fill="hold" grpId="1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6" fill="hold">
                            <p:stCondLst>
                              <p:cond delay="3300"/>
                            </p:stCondLst>
                            <p:childTnLst>
                              <p:par>
                                <p:cTn id="27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9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1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1" dur="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2" dur="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3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4" presetID="1" presetClass="exit" presetSubtype="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8" dur="4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9" dur="4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0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1" presetID="1" presetClass="exit" presetSubtype="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5" dur="4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6" dur="4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8" fill="hold">
                            <p:stCondLst>
                              <p:cond delay="2000"/>
                            </p:stCondLst>
                            <p:childTnLst>
                              <p:par>
                                <p:cTn id="30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1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2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6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7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9" fill="hold">
                            <p:stCondLst>
                              <p:cond delay="2500"/>
                            </p:stCondLst>
                            <p:childTnLst>
                              <p:par>
                                <p:cTn id="320" presetID="6" presetClass="emph" presetSubtype="0" repeatCount="2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21" dur="400" autoRev="1" fill="hold"/>
                                        <p:tgtEl>
                                          <p:spTgt spid="88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322" presetID="6" presetClass="emph" presetSubtype="0" repeatCount="2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23" dur="400" autoRev="1" fill="hold"/>
                                        <p:tgtEl>
                                          <p:spTgt spid="89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 animBg="1"/>
      <p:bldP spid="56" grpId="2" animBg="1"/>
      <p:bldP spid="45" grpId="1" animBg="1"/>
      <p:bldP spid="46" grpId="0" animBg="1"/>
      <p:bldP spid="30" grpId="0" animBg="1"/>
      <p:bldP spid="60" grpId="0" animBg="1"/>
      <p:bldP spid="60" grpId="3" animBg="1"/>
      <p:bldP spid="60" grpId="1" animBg="1"/>
      <p:bldP spid="61" grpId="0" animBg="1"/>
      <p:bldP spid="61" grpId="3" animBg="1"/>
      <p:bldP spid="61" grpId="1" animBg="1"/>
      <p:bldP spid="62" grpId="0" animBg="1"/>
      <p:bldP spid="62" grpId="3" animBg="1"/>
      <p:bldP spid="62" grpId="1" animBg="1"/>
      <p:bldP spid="63" grpId="0" animBg="1"/>
      <p:bldP spid="63" grpId="3" animBg="1"/>
      <p:bldP spid="63" grpId="1" animBg="1"/>
      <p:bldP spid="64" grpId="0" animBg="1"/>
      <p:bldP spid="64" grpId="3" animBg="1"/>
      <p:bldP spid="64" grpId="1" animBg="1"/>
      <p:bldP spid="65" grpId="0" animBg="1"/>
      <p:bldP spid="65" grpId="3" animBg="1"/>
      <p:bldP spid="65" grpId="1" animBg="1"/>
      <p:bldP spid="66" grpId="0" animBg="1"/>
      <p:bldP spid="66" grpId="3" animBg="1"/>
      <p:bldP spid="66" grpId="1" animBg="1"/>
      <p:bldP spid="46" grpId="1" animBg="1"/>
      <p:bldP spid="47" grpId="0" animBg="1"/>
      <p:bldP spid="32" grpId="0" animBg="1"/>
      <p:bldP spid="67" grpId="0" animBg="1"/>
      <p:bldP spid="67" grpId="3" animBg="1"/>
      <p:bldP spid="67" grpId="1" animBg="1"/>
      <p:bldP spid="68" grpId="0" animBg="1"/>
      <p:bldP spid="68" grpId="3" animBg="1"/>
      <p:bldP spid="68" grpId="1" animBg="1"/>
      <p:bldP spid="69" grpId="0" animBg="1"/>
      <p:bldP spid="69" grpId="3" animBg="1"/>
      <p:bldP spid="69" grpId="1" animBg="1"/>
      <p:bldP spid="70" grpId="0" animBg="1"/>
      <p:bldP spid="70" grpId="3" animBg="1"/>
      <p:bldP spid="70" grpId="1" animBg="1"/>
      <p:bldP spid="71" grpId="0" animBg="1"/>
      <p:bldP spid="71" grpId="3" animBg="1"/>
      <p:bldP spid="71" grpId="1" animBg="1"/>
      <p:bldP spid="72" grpId="0" animBg="1"/>
      <p:bldP spid="72" grpId="3" animBg="1"/>
      <p:bldP spid="72" grpId="1" animBg="1"/>
      <p:bldP spid="47" grpId="1" animBg="1"/>
      <p:bldP spid="48" grpId="0" animBg="1"/>
      <p:bldP spid="53" grpId="2" animBg="1"/>
      <p:bldP spid="53" grpId="1" animBg="1"/>
      <p:bldP spid="58" grpId="0" animBg="1"/>
      <p:bldP spid="58" grpId="1" animBg="1"/>
      <p:bldP spid="73" grpId="0" animBg="1"/>
      <p:bldP spid="73" grpId="3" animBg="1"/>
      <p:bldP spid="73" grpId="1" animBg="1"/>
      <p:bldP spid="74" grpId="0" animBg="1"/>
      <p:bldP spid="74" grpId="3" animBg="1"/>
      <p:bldP spid="74" grpId="1" animBg="1"/>
      <p:bldP spid="75" grpId="0" animBg="1"/>
      <p:bldP spid="75" grpId="3" animBg="1"/>
      <p:bldP spid="75" grpId="1" animBg="1"/>
      <p:bldP spid="76" grpId="0" animBg="1"/>
      <p:bldP spid="76" grpId="3" animBg="1"/>
      <p:bldP spid="76" grpId="1" animBg="1"/>
      <p:bldP spid="26" grpId="0" animBg="1"/>
      <p:bldP spid="48" grpId="1" animBg="1"/>
      <p:bldP spid="49" grpId="0" animBg="1"/>
      <p:bldP spid="56" grpId="1" animBg="1"/>
      <p:bldP spid="57" grpId="1" animBg="1"/>
      <p:bldP spid="59" grpId="0" animBg="1"/>
      <p:bldP spid="59" grpId="1" animBg="1"/>
      <p:bldP spid="77" grpId="0" animBg="1"/>
      <p:bldP spid="77" grpId="3" animBg="1"/>
      <p:bldP spid="77" grpId="1" animBg="1"/>
      <p:bldP spid="78" grpId="0" animBg="1"/>
      <p:bldP spid="78" grpId="3" animBg="1"/>
      <p:bldP spid="78" grpId="1" animBg="1"/>
      <p:bldP spid="79" grpId="0" animBg="1"/>
      <p:bldP spid="79" grpId="3" animBg="1"/>
      <p:bldP spid="79" grpId="1" animBg="1"/>
      <p:bldP spid="80" grpId="0" animBg="1"/>
      <p:bldP spid="80" grpId="3" animBg="1"/>
      <p:bldP spid="80" grpId="1" animBg="1"/>
      <p:bldP spid="49" grpId="1" animBg="1"/>
      <p:bldP spid="50" grpId="0" animBg="1"/>
      <p:bldP spid="54" grpId="3" animBg="1"/>
      <p:bldP spid="54" grpId="1" animBg="1"/>
      <p:bldP spid="55" grpId="3" animBg="1"/>
      <p:bldP spid="55" grpId="1" animBg="1"/>
      <p:bldP spid="17" grpId="2" animBg="1"/>
      <p:bldP spid="18" grpId="2" animBg="1"/>
      <p:bldP spid="81" grpId="0" animBg="1"/>
      <p:bldP spid="81" grpId="3" animBg="1"/>
      <p:bldP spid="81" grpId="1" animBg="1"/>
      <p:bldP spid="82" grpId="0" animBg="1"/>
      <p:bldP spid="82" grpId="3" animBg="1"/>
      <p:bldP spid="82" grpId="1" animBg="1"/>
      <p:bldP spid="50" grpId="1" animBg="1"/>
      <p:bldP spid="51" grpId="0" animBg="1"/>
      <p:bldP spid="12" grpId="1" animBg="1"/>
      <p:bldP spid="83" grpId="0" animBg="1"/>
      <p:bldP spid="83" grpId="3" animBg="1"/>
      <p:bldP spid="83" grpId="1" animBg="1"/>
      <p:bldP spid="84" grpId="0" animBg="1"/>
      <p:bldP spid="84" grpId="3" animBg="1"/>
      <p:bldP spid="84" grpId="1" animBg="1"/>
      <p:bldP spid="85" grpId="0" animBg="1"/>
      <p:bldP spid="85" grpId="3" animBg="1"/>
      <p:bldP spid="85" grpId="1" animBg="1"/>
      <p:bldP spid="86" grpId="0" animBg="1"/>
      <p:bldP spid="86" grpId="3" animBg="1"/>
      <p:bldP spid="86" grpId="1" animBg="1"/>
      <p:bldP spid="87" grpId="0" animBg="1"/>
      <p:bldP spid="87" grpId="3" animBg="1"/>
      <p:bldP spid="87" grpId="1" animBg="1"/>
      <p:bldP spid="27" grpId="0" animBg="1"/>
      <p:bldP spid="51" grpId="1" animBg="1"/>
      <p:bldP spid="52" grpId="0" animBg="1"/>
      <p:bldP spid="36" grpId="1" animBg="1"/>
      <p:bldP spid="37" grpId="0" animBg="1"/>
      <p:bldP spid="39" grpId="1" animBg="1"/>
      <p:bldP spid="40" grpId="0" animBg="1"/>
      <p:bldP spid="42" grpId="1" animBg="1"/>
      <p:bldP spid="43" grpId="0" animBg="1"/>
      <p:bldP spid="88" grpId="0" animBg="1"/>
      <p:bldP spid="89" grpId="0" animBg="1"/>
      <p:bldP spid="88" grpId="2" animBg="1"/>
      <p:bldP spid="89" grpId="2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3" name="t88"/>
          <p:cNvSpPr txBox="1"/>
          <p:nvPr/>
        </p:nvSpPr>
        <p:spPr>
          <a:xfrm>
            <a:off x="548640" y="347472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Boil-out – vessels with sludge</a:t>
            </a:r>
            <a:endParaRPr lang="en-US" sz="2800" dirty="0"/>
          </a:p>
        </p:txBody>
      </p:sp>
      <p:sp>
        <p:nvSpPr>
          <p:cNvPr id="4" name="s89"/>
          <p:cNvSpPr/>
          <p:nvPr/>
        </p:nvSpPr>
        <p:spPr>
          <a:xfrm>
            <a:off x="3931920" y="2011680"/>
            <a:ext cx="5486400" cy="2194560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25400">
            <a:solidFill>
              <a:srgbClr val="94A3B8"/>
            </a:solidFill>
            <a:prstDash val="solid"/>
          </a:ln>
        </p:spPr>
      </p:sp>
      <p:sp>
        <p:nvSpPr>
          <p:cNvPr id="5" name="s90"/>
          <p:cNvSpPr/>
          <p:nvPr/>
        </p:nvSpPr>
        <p:spPr>
          <a:xfrm>
            <a:off x="4480560" y="3657600"/>
            <a:ext cx="4389120" cy="384048"/>
          </a:xfrm>
          <a:prstGeom prst="rect">
            <a:avLst/>
          </a:prstGeom>
          <a:solidFill>
            <a:srgbClr val="9C7A55"/>
          </a:solidFill>
          <a:ln/>
        </p:spPr>
      </p:sp>
      <p:sp>
        <p:nvSpPr>
          <p:cNvPr id="6" name="s91"/>
          <p:cNvSpPr/>
          <p:nvPr/>
        </p:nvSpPr>
        <p:spPr>
          <a:xfrm>
            <a:off x="4251960" y="2697480"/>
            <a:ext cx="4846320" cy="960120"/>
          </a:xfrm>
          <a:prstGeom prst="roundRect">
            <a:avLst>
              <a:gd name="adj" fmla="val 28571"/>
            </a:avLst>
          </a:prstGeom>
          <a:solidFill>
            <a:srgbClr val="BFDDF2">
              <a:alpha val="85000"/>
            </a:srgbClr>
          </a:solidFill>
          <a:ln/>
        </p:spPr>
      </p:sp>
      <p:sp>
        <p:nvSpPr>
          <p:cNvPr id="7" name="t92"/>
          <p:cNvSpPr txBox="1"/>
          <p:nvPr/>
        </p:nvSpPr>
        <p:spPr>
          <a:xfrm>
            <a:off x="3931920" y="4224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 / drum</a:t>
            </a:r>
            <a:endParaRPr lang="en-US" sz="1100" dirty="0"/>
          </a:p>
        </p:txBody>
      </p:sp>
      <p:sp>
        <p:nvSpPr>
          <p:cNvPr id="8" name="s93"/>
          <p:cNvSpPr/>
          <p:nvPr/>
        </p:nvSpPr>
        <p:spPr>
          <a:xfrm flipV="1">
            <a:off x="8595360" y="1417320"/>
            <a:ext cx="0" cy="59436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</p:sp>
      <p:sp>
        <p:nvSpPr>
          <p:cNvPr id="9" name="s94"/>
          <p:cNvSpPr/>
          <p:nvPr/>
        </p:nvSpPr>
        <p:spPr>
          <a:xfrm>
            <a:off x="8595360" y="1417320"/>
            <a:ext cx="2011680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s95"/>
          <p:cNvSpPr/>
          <p:nvPr/>
        </p:nvSpPr>
        <p:spPr>
          <a:xfrm>
            <a:off x="10607040" y="1143000"/>
            <a:ext cx="182880" cy="1188720"/>
          </a:xfrm>
          <a:prstGeom prst="rect">
            <a:avLst/>
          </a:prstGeom>
          <a:solidFill>
            <a:srgbClr val="B4C2D3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s96"/>
          <p:cNvSpPr/>
          <p:nvPr/>
        </p:nvSpPr>
        <p:spPr>
          <a:xfrm>
            <a:off x="10479024" y="640080"/>
            <a:ext cx="438912" cy="548640"/>
          </a:xfrm>
          <a:prstGeom prst="ellipse">
            <a:avLst/>
          </a:prstGeom>
          <a:solidFill>
            <a:srgbClr val="F7C548"/>
          </a:solidFill>
          <a:ln/>
        </p:spPr>
      </p:sp>
      <p:sp>
        <p:nvSpPr>
          <p:cNvPr id="12" name="s97"/>
          <p:cNvSpPr/>
          <p:nvPr/>
        </p:nvSpPr>
        <p:spPr>
          <a:xfrm>
            <a:off x="10570464" y="850392"/>
            <a:ext cx="256032" cy="329184"/>
          </a:xfrm>
          <a:prstGeom prst="ellipse">
            <a:avLst/>
          </a:prstGeom>
          <a:solidFill>
            <a:srgbClr val="FF8C1A"/>
          </a:solidFill>
          <a:ln/>
        </p:spPr>
      </p:sp>
      <p:sp>
        <p:nvSpPr>
          <p:cNvPr id="13" name="t98"/>
          <p:cNvSpPr txBox="1"/>
          <p:nvPr/>
        </p:nvSpPr>
        <p:spPr>
          <a:xfrm>
            <a:off x="10149840" y="23774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FLARE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VENT</a:t>
            </a:r>
            <a:endParaRPr lang="en-US" sz="1100" dirty="0"/>
          </a:p>
        </p:txBody>
      </p:sp>
      <p:sp>
        <p:nvSpPr>
          <p:cNvPr id="14" name="t99"/>
          <p:cNvSpPr txBox="1"/>
          <p:nvPr/>
        </p:nvSpPr>
        <p:spPr>
          <a:xfrm>
            <a:off x="10058400" y="45262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200" dirty="0"/>
          </a:p>
        </p:txBody>
      </p:sp>
      <p:sp>
        <p:nvSpPr>
          <p:cNvPr id="15" name="s100"/>
          <p:cNvSpPr/>
          <p:nvPr/>
        </p:nvSpPr>
        <p:spPr>
          <a:xfrm flipH="1">
            <a:off x="5669280" y="4846320"/>
            <a:ext cx="5669280" cy="0"/>
          </a:xfrm>
          <a:prstGeom prst="line">
            <a:avLst/>
          </a:prstGeom>
          <a:noFill/>
          <a:ln w="63500">
            <a:solidFill>
              <a:srgbClr val="0C74BC"/>
            </a:solidFill>
            <a:prstDash val="solid"/>
          </a:ln>
        </p:spPr>
      </p:sp>
      <p:sp>
        <p:nvSpPr>
          <p:cNvPr id="16" name="s101"/>
          <p:cNvSpPr/>
          <p:nvPr/>
        </p:nvSpPr>
        <p:spPr>
          <a:xfrm flipV="1">
            <a:off x="5669280" y="4206240"/>
            <a:ext cx="0" cy="64008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17" name="s102"/>
          <p:cNvSpPr/>
          <p:nvPr/>
        </p:nvSpPr>
        <p:spPr>
          <a:xfrm flipV="1">
            <a:off x="6675120" y="4206240"/>
            <a:ext cx="0" cy="64008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18" name="s103"/>
          <p:cNvSpPr/>
          <p:nvPr/>
        </p:nvSpPr>
        <p:spPr>
          <a:xfrm flipV="1">
            <a:off x="7680960" y="4206240"/>
            <a:ext cx="0" cy="64008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19" name="s104"/>
          <p:cNvSpPr/>
          <p:nvPr/>
        </p:nvSpPr>
        <p:spPr>
          <a:xfrm>
            <a:off x="5120640" y="4206240"/>
            <a:ext cx="0" cy="86868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</p:sp>
      <p:sp>
        <p:nvSpPr>
          <p:cNvPr id="20" name="s105"/>
          <p:cNvSpPr/>
          <p:nvPr/>
        </p:nvSpPr>
        <p:spPr>
          <a:xfrm flipH="1">
            <a:off x="2103120" y="5074920"/>
            <a:ext cx="3017520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1" name="s106"/>
          <p:cNvSpPr/>
          <p:nvPr/>
        </p:nvSpPr>
        <p:spPr>
          <a:xfrm>
            <a:off x="640080" y="4343400"/>
            <a:ext cx="1463040" cy="1051560"/>
          </a:xfrm>
          <a:prstGeom prst="rect">
            <a:avLst/>
          </a:prstGeom>
          <a:solidFill>
            <a:srgbClr val="EEF2F6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22" name="s107"/>
          <p:cNvSpPr/>
          <p:nvPr/>
        </p:nvSpPr>
        <p:spPr>
          <a:xfrm>
            <a:off x="685800" y="5074920"/>
            <a:ext cx="1371600" cy="274320"/>
          </a:xfrm>
          <a:prstGeom prst="rect">
            <a:avLst/>
          </a:prstGeom>
          <a:solidFill>
            <a:srgbClr val="B8A68F"/>
          </a:solidFill>
          <a:ln/>
        </p:spPr>
      </p:sp>
      <p:sp>
        <p:nvSpPr>
          <p:cNvPr id="23" name="s108"/>
          <p:cNvSpPr/>
          <p:nvPr/>
        </p:nvSpPr>
        <p:spPr>
          <a:xfrm>
            <a:off x="685800" y="4709160"/>
            <a:ext cx="1371600" cy="365760"/>
          </a:xfrm>
          <a:prstGeom prst="rect">
            <a:avLst/>
          </a:prstGeom>
          <a:solidFill>
            <a:srgbClr val="B8A68F"/>
          </a:solidFill>
          <a:ln/>
        </p:spPr>
      </p:sp>
      <p:sp>
        <p:nvSpPr>
          <p:cNvPr id="24" name="t109"/>
          <p:cNvSpPr txBox="1"/>
          <p:nvPr/>
        </p:nvSpPr>
        <p:spPr>
          <a:xfrm>
            <a:off x="365760" y="5422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EFFLUENT TANK</a:t>
            </a:r>
            <a:endParaRPr lang="en-US" sz="1100" dirty="0"/>
          </a:p>
        </p:txBody>
      </p:sp>
      <p:sp>
        <p:nvSpPr>
          <p:cNvPr id="25" name="s110"/>
          <p:cNvSpPr/>
          <p:nvPr/>
        </p:nvSpPr>
        <p:spPr>
          <a:xfrm>
            <a:off x="9710928" y="2194560"/>
            <a:ext cx="201168" cy="1737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26" name="s111"/>
          <p:cNvSpPr/>
          <p:nvPr/>
        </p:nvSpPr>
        <p:spPr>
          <a:xfrm>
            <a:off x="9747504" y="2377440"/>
            <a:ext cx="128016" cy="153619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27" name="s112"/>
          <p:cNvSpPr/>
          <p:nvPr/>
        </p:nvSpPr>
        <p:spPr>
          <a:xfrm>
            <a:off x="9646920" y="3794760"/>
            <a:ext cx="329184" cy="32918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8" name="t113"/>
          <p:cNvSpPr txBox="1"/>
          <p:nvPr/>
        </p:nvSpPr>
        <p:spPr>
          <a:xfrm>
            <a:off x="9464040" y="1874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Boiling</a:t>
            </a:r>
            <a:endParaRPr lang="en-US" sz="1100" dirty="0"/>
          </a:p>
        </p:txBody>
      </p:sp>
      <p:sp>
        <p:nvSpPr>
          <p:cNvPr id="29" name="t114"/>
          <p:cNvSpPr txBox="1"/>
          <p:nvPr/>
        </p:nvSpPr>
        <p:spPr>
          <a:xfrm>
            <a:off x="6035040" y="1051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 CHEMISTRY</a:t>
            </a:r>
            <a:endParaRPr lang="en-US" sz="1200" dirty="0"/>
          </a:p>
        </p:txBody>
      </p:sp>
      <p:sp>
        <p:nvSpPr>
          <p:cNvPr id="30" name="s115"/>
          <p:cNvSpPr/>
          <p:nvPr/>
        </p:nvSpPr>
        <p:spPr>
          <a:xfrm>
            <a:off x="6675120" y="1371600"/>
            <a:ext cx="0" cy="640080"/>
          </a:xfrm>
          <a:prstGeom prst="line">
            <a:avLst/>
          </a:prstGeom>
          <a:noFill/>
          <a:ln w="63500">
            <a:solidFill>
              <a:srgbClr val="3AB54A"/>
            </a:solidFill>
            <a:prstDash val="solid"/>
            <a:tailEnd type="triangle"/>
          </a:ln>
        </p:spPr>
      </p:sp>
      <p:sp>
        <p:nvSpPr>
          <p:cNvPr id="31" name="s116"/>
          <p:cNvSpPr/>
          <p:nvPr/>
        </p:nvSpPr>
        <p:spPr>
          <a:xfrm>
            <a:off x="548640" y="1371600"/>
            <a:ext cx="3017520" cy="1828800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32" name="t117"/>
          <p:cNvSpPr txBox="1"/>
          <p:nvPr/>
        </p:nvSpPr>
        <p:spPr>
          <a:xfrm>
            <a:off x="731520" y="1481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TEST AT MANWAY</a:t>
            </a:r>
            <a:endParaRPr lang="en-US" sz="1200" dirty="0"/>
          </a:p>
        </p:txBody>
      </p:sp>
      <p:sp>
        <p:nvSpPr>
          <p:cNvPr id="33" name="t118"/>
          <p:cNvSpPr txBox="1"/>
          <p:nvPr/>
        </p:nvSpPr>
        <p:spPr>
          <a:xfrm>
            <a:off x="731520" y="18745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400" dirty="0"/>
          </a:p>
        </p:txBody>
      </p:sp>
      <p:sp>
        <p:nvSpPr>
          <p:cNvPr id="34" name="t119"/>
          <p:cNvSpPr txBox="1"/>
          <p:nvPr/>
        </p:nvSpPr>
        <p:spPr>
          <a:xfrm>
            <a:off x="1737360" y="18745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above limit</a:t>
            </a:r>
            <a:endParaRPr lang="en-US" sz="1300" dirty="0"/>
          </a:p>
        </p:txBody>
      </p:sp>
      <p:sp>
        <p:nvSpPr>
          <p:cNvPr id="35" name="t120"/>
          <p:cNvSpPr txBox="1"/>
          <p:nvPr/>
        </p:nvSpPr>
        <p:spPr>
          <a:xfrm>
            <a:off x="1737360" y="18745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OK</a:t>
            </a:r>
            <a:endParaRPr lang="en-US" sz="1300" dirty="0"/>
          </a:p>
        </p:txBody>
      </p:sp>
      <p:sp>
        <p:nvSpPr>
          <p:cNvPr id="36" name="t121"/>
          <p:cNvSpPr txBox="1"/>
          <p:nvPr/>
        </p:nvSpPr>
        <p:spPr>
          <a:xfrm>
            <a:off x="731520" y="22860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400" dirty="0"/>
          </a:p>
        </p:txBody>
      </p:sp>
      <p:sp>
        <p:nvSpPr>
          <p:cNvPr id="37" name="t122"/>
          <p:cNvSpPr txBox="1"/>
          <p:nvPr/>
        </p:nvSpPr>
        <p:spPr>
          <a:xfrm>
            <a:off x="1737360" y="22860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above limit</a:t>
            </a:r>
            <a:endParaRPr lang="en-US" sz="1300" dirty="0"/>
          </a:p>
        </p:txBody>
      </p:sp>
      <p:sp>
        <p:nvSpPr>
          <p:cNvPr id="38" name="t123"/>
          <p:cNvSpPr txBox="1"/>
          <p:nvPr/>
        </p:nvSpPr>
        <p:spPr>
          <a:xfrm>
            <a:off x="1737360" y="22860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OK</a:t>
            </a:r>
            <a:endParaRPr lang="en-US" sz="1300" dirty="0"/>
          </a:p>
        </p:txBody>
      </p:sp>
      <p:sp>
        <p:nvSpPr>
          <p:cNvPr id="39" name="t124"/>
          <p:cNvSpPr txBox="1"/>
          <p:nvPr/>
        </p:nvSpPr>
        <p:spPr>
          <a:xfrm>
            <a:off x="731520" y="26974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400" dirty="0"/>
          </a:p>
        </p:txBody>
      </p:sp>
      <p:sp>
        <p:nvSpPr>
          <p:cNvPr id="40" name="t125"/>
          <p:cNvSpPr txBox="1"/>
          <p:nvPr/>
        </p:nvSpPr>
        <p:spPr>
          <a:xfrm>
            <a:off x="1737360" y="26974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above limit</a:t>
            </a:r>
            <a:endParaRPr lang="en-US" sz="1300" dirty="0"/>
          </a:p>
        </p:txBody>
      </p:sp>
      <p:sp>
        <p:nvSpPr>
          <p:cNvPr id="41" name="t126"/>
          <p:cNvSpPr txBox="1"/>
          <p:nvPr/>
        </p:nvSpPr>
        <p:spPr>
          <a:xfrm>
            <a:off x="1737360" y="26974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OK</a:t>
            </a:r>
            <a:endParaRPr lang="en-US" sz="1300" dirty="0"/>
          </a:p>
        </p:txBody>
      </p:sp>
      <p:sp>
        <p:nvSpPr>
          <p:cNvPr id="42" name="s127"/>
          <p:cNvSpPr/>
          <p:nvPr/>
        </p:nvSpPr>
        <p:spPr>
          <a:xfrm>
            <a:off x="548640" y="5852160"/>
            <a:ext cx="11064240" cy="713232"/>
          </a:xfrm>
          <a:prstGeom prst="roundRect">
            <a:avLst>
              <a:gd name="adj" fmla="val 25641"/>
            </a:avLst>
          </a:prstGeom>
          <a:solidFill>
            <a:srgbClr val="EAF3FA"/>
          </a:solidFill>
          <a:ln/>
        </p:spPr>
      </p:sp>
      <p:sp>
        <p:nvSpPr>
          <p:cNvPr id="43" name="t128"/>
          <p:cNvSpPr txBox="1"/>
          <p:nvPr/>
        </p:nvSpPr>
        <p:spPr>
          <a:xfrm>
            <a:off x="777240" y="585216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The vessel is drained and isolated – sludge on the bottom, H₂S, benzene and LEL in the vapour space, pyrophoric FeS in the deposits.</a:t>
            </a:r>
            <a:endParaRPr lang="en-US" sz="1400" dirty="0"/>
          </a:p>
        </p:txBody>
      </p:sp>
      <p:sp>
        <p:nvSpPr>
          <p:cNvPr id="44" name="t129"/>
          <p:cNvSpPr txBox="1"/>
          <p:nvPr/>
        </p:nvSpPr>
        <p:spPr>
          <a:xfrm>
            <a:off x="777240" y="585216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Water is filled above the sludge level.</a:t>
            </a:r>
            <a:endParaRPr lang="en-US" sz="1400" dirty="0"/>
          </a:p>
        </p:txBody>
      </p:sp>
      <p:sp>
        <p:nvSpPr>
          <p:cNvPr id="45" name="t130"/>
          <p:cNvSpPr txBox="1"/>
          <p:nvPr/>
        </p:nvSpPr>
        <p:spPr>
          <a:xfrm>
            <a:off x="777240" y="585216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 Steam is injected at several points along the bottom and brings the water to the boil.</a:t>
            </a:r>
            <a:endParaRPr lang="en-US" sz="1400" dirty="0"/>
          </a:p>
        </p:txBody>
      </p:sp>
      <p:sp>
        <p:nvSpPr>
          <p:cNvPr id="46" name="t131"/>
          <p:cNvSpPr txBox="1"/>
          <p:nvPr/>
        </p:nvSpPr>
        <p:spPr>
          <a:xfrm>
            <a:off x="777240" y="585216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 Decon chemistry is added; the rolling boil lifts and emulsifies the sludge.</a:t>
            </a:r>
            <a:endParaRPr lang="en-US" sz="1400" dirty="0"/>
          </a:p>
        </p:txBody>
      </p:sp>
      <p:sp>
        <p:nvSpPr>
          <p:cNvPr id="47" name="t132"/>
          <p:cNvSpPr txBox="1"/>
          <p:nvPr/>
        </p:nvSpPr>
        <p:spPr>
          <a:xfrm>
            <a:off x="777240" y="585216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 H₂S dissolves and is converted into stable compounds; FeS is oxidised to iron oxide – both stay in the water.</a:t>
            </a:r>
            <a:endParaRPr lang="en-US" sz="1400" dirty="0"/>
          </a:p>
        </p:txBody>
      </p:sp>
      <p:sp>
        <p:nvSpPr>
          <p:cNvPr id="48" name="t133"/>
          <p:cNvSpPr txBox="1"/>
          <p:nvPr/>
        </p:nvSpPr>
        <p:spPr>
          <a:xfrm>
            <a:off x="777240" y="585216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 Benzene and LEL vapours leave through the vent to the flare / closed vent.</a:t>
            </a:r>
            <a:endParaRPr lang="en-US" sz="1400" dirty="0"/>
          </a:p>
        </p:txBody>
      </p:sp>
      <p:sp>
        <p:nvSpPr>
          <p:cNvPr id="49" name="t134"/>
          <p:cNvSpPr txBox="1"/>
          <p:nvPr/>
        </p:nvSpPr>
        <p:spPr>
          <a:xfrm>
            <a:off x="777240" y="585216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 The vessel is drained to the effluent tank and rinsed – the vessel is clean.</a:t>
            </a:r>
            <a:endParaRPr lang="en-US" sz="1400" dirty="0"/>
          </a:p>
        </p:txBody>
      </p:sp>
      <p:sp>
        <p:nvSpPr>
          <p:cNvPr id="50" name="t135"/>
          <p:cNvSpPr txBox="1"/>
          <p:nvPr/>
        </p:nvSpPr>
        <p:spPr>
          <a:xfrm>
            <a:off x="777240" y="585216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 Gas tests confirm the entry criteria – the vessel is handed over for safe entry.</a:t>
            </a:r>
            <a:endParaRPr lang="en-US" sz="1400" dirty="0"/>
          </a:p>
        </p:txBody>
      </p:sp>
      <p:sp>
        <p:nvSpPr>
          <p:cNvPr id="51" name="tag136"/>
          <p:cNvSpPr/>
          <p:nvPr/>
        </p:nvSpPr>
        <p:spPr>
          <a:xfrm>
            <a:off x="4846320" y="219456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52" name="tag137"/>
          <p:cNvSpPr/>
          <p:nvPr/>
        </p:nvSpPr>
        <p:spPr>
          <a:xfrm>
            <a:off x="6035040" y="219456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53" name="tag138"/>
          <p:cNvSpPr/>
          <p:nvPr/>
        </p:nvSpPr>
        <p:spPr>
          <a:xfrm>
            <a:off x="7223760" y="219456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54" name="s139"/>
          <p:cNvSpPr/>
          <p:nvPr/>
        </p:nvSpPr>
        <p:spPr>
          <a:xfrm>
            <a:off x="7708392" y="3602736"/>
            <a:ext cx="1042416" cy="457200"/>
          </a:xfrm>
          <a:prstGeom prst="roundRect">
            <a:avLst>
              <a:gd name="adj" fmla="val 50000"/>
            </a:avLst>
          </a:prstGeom>
          <a:solidFill>
            <a:srgbClr val="FF8C1A">
              <a:alpha val="45000"/>
            </a:srgbClr>
          </a:solidFill>
          <a:ln w="25400">
            <a:solidFill>
              <a:srgbClr val="FF8C1A"/>
            </a:solidFill>
            <a:prstDash val="solid"/>
          </a:ln>
        </p:spPr>
      </p:sp>
      <p:sp>
        <p:nvSpPr>
          <p:cNvPr id="55" name="tag140"/>
          <p:cNvSpPr/>
          <p:nvPr/>
        </p:nvSpPr>
        <p:spPr>
          <a:xfrm>
            <a:off x="7772400" y="3666744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</a:t>
            </a:r>
            <a:endParaRPr lang="en-US" sz="1200" dirty="0"/>
          </a:p>
        </p:txBody>
      </p:sp>
      <p:sp>
        <p:nvSpPr>
          <p:cNvPr id="56" name="tag141"/>
          <p:cNvSpPr/>
          <p:nvPr/>
        </p:nvSpPr>
        <p:spPr>
          <a:xfrm>
            <a:off x="4754880" y="301752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8E9AA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salt</a:t>
            </a:r>
            <a:endParaRPr lang="en-US" sz="1200" dirty="0"/>
          </a:p>
        </p:txBody>
      </p:sp>
      <p:sp>
        <p:nvSpPr>
          <p:cNvPr id="57" name="tag142"/>
          <p:cNvSpPr/>
          <p:nvPr/>
        </p:nvSpPr>
        <p:spPr>
          <a:xfrm>
            <a:off x="7680960" y="301752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A052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oxide</a:t>
            </a:r>
            <a:endParaRPr lang="en-US" sz="1200" dirty="0"/>
          </a:p>
        </p:txBody>
      </p:sp>
      <p:sp>
        <p:nvSpPr>
          <p:cNvPr id="58" name="s143"/>
          <p:cNvSpPr/>
          <p:nvPr/>
        </p:nvSpPr>
        <p:spPr>
          <a:xfrm>
            <a:off x="4480560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59" name="s144"/>
          <p:cNvSpPr/>
          <p:nvPr/>
        </p:nvSpPr>
        <p:spPr>
          <a:xfrm>
            <a:off x="4965192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60" name="s145"/>
          <p:cNvSpPr/>
          <p:nvPr/>
        </p:nvSpPr>
        <p:spPr>
          <a:xfrm>
            <a:off x="5449824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61" name="s146"/>
          <p:cNvSpPr/>
          <p:nvPr/>
        </p:nvSpPr>
        <p:spPr>
          <a:xfrm>
            <a:off x="5934456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62" name="s147"/>
          <p:cNvSpPr/>
          <p:nvPr/>
        </p:nvSpPr>
        <p:spPr>
          <a:xfrm>
            <a:off x="6419088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63" name="s148"/>
          <p:cNvSpPr/>
          <p:nvPr/>
        </p:nvSpPr>
        <p:spPr>
          <a:xfrm>
            <a:off x="6903720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64" name="s149"/>
          <p:cNvSpPr/>
          <p:nvPr/>
        </p:nvSpPr>
        <p:spPr>
          <a:xfrm>
            <a:off x="7388352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65" name="s150"/>
          <p:cNvSpPr/>
          <p:nvPr/>
        </p:nvSpPr>
        <p:spPr>
          <a:xfrm>
            <a:off x="7872984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66" name="s151"/>
          <p:cNvSpPr/>
          <p:nvPr/>
        </p:nvSpPr>
        <p:spPr>
          <a:xfrm>
            <a:off x="8357616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67" name="s152"/>
          <p:cNvSpPr/>
          <p:nvPr/>
        </p:nvSpPr>
        <p:spPr>
          <a:xfrm>
            <a:off x="8842248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68" name="s153"/>
          <p:cNvSpPr/>
          <p:nvPr/>
        </p:nvSpPr>
        <p:spPr>
          <a:xfrm>
            <a:off x="4846320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69" name="s154"/>
          <p:cNvSpPr/>
          <p:nvPr/>
        </p:nvSpPr>
        <p:spPr>
          <a:xfrm>
            <a:off x="5330952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70" name="s155"/>
          <p:cNvSpPr/>
          <p:nvPr/>
        </p:nvSpPr>
        <p:spPr>
          <a:xfrm>
            <a:off x="5815584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71" name="s156"/>
          <p:cNvSpPr/>
          <p:nvPr/>
        </p:nvSpPr>
        <p:spPr>
          <a:xfrm>
            <a:off x="6300216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72" name="s157"/>
          <p:cNvSpPr/>
          <p:nvPr/>
        </p:nvSpPr>
        <p:spPr>
          <a:xfrm>
            <a:off x="6784848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73" name="s158"/>
          <p:cNvSpPr/>
          <p:nvPr/>
        </p:nvSpPr>
        <p:spPr>
          <a:xfrm>
            <a:off x="7269480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74" name="s159"/>
          <p:cNvSpPr/>
          <p:nvPr/>
        </p:nvSpPr>
        <p:spPr>
          <a:xfrm>
            <a:off x="7754112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75" name="s160"/>
          <p:cNvSpPr/>
          <p:nvPr/>
        </p:nvSpPr>
        <p:spPr>
          <a:xfrm>
            <a:off x="8238744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76" name="s161"/>
          <p:cNvSpPr/>
          <p:nvPr/>
        </p:nvSpPr>
        <p:spPr>
          <a:xfrm>
            <a:off x="6583680" y="123444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7" name="s162"/>
          <p:cNvSpPr/>
          <p:nvPr/>
        </p:nvSpPr>
        <p:spPr>
          <a:xfrm>
            <a:off x="6583680" y="123444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8" name="s163"/>
          <p:cNvSpPr/>
          <p:nvPr/>
        </p:nvSpPr>
        <p:spPr>
          <a:xfrm>
            <a:off x="6583680" y="123444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9" name="s164"/>
          <p:cNvSpPr/>
          <p:nvPr/>
        </p:nvSpPr>
        <p:spPr>
          <a:xfrm>
            <a:off x="6583680" y="123444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0" name="s165"/>
          <p:cNvSpPr/>
          <p:nvPr/>
        </p:nvSpPr>
        <p:spPr>
          <a:xfrm>
            <a:off x="6583680" y="123444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1" name="s166"/>
          <p:cNvSpPr/>
          <p:nvPr/>
        </p:nvSpPr>
        <p:spPr>
          <a:xfrm>
            <a:off x="4480560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82" name="s167"/>
          <p:cNvSpPr/>
          <p:nvPr/>
        </p:nvSpPr>
        <p:spPr>
          <a:xfrm>
            <a:off x="5038344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83" name="s168"/>
          <p:cNvSpPr/>
          <p:nvPr/>
        </p:nvSpPr>
        <p:spPr>
          <a:xfrm>
            <a:off x="5596128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84" name="s169"/>
          <p:cNvSpPr/>
          <p:nvPr/>
        </p:nvSpPr>
        <p:spPr>
          <a:xfrm>
            <a:off x="6153912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85" name="s170"/>
          <p:cNvSpPr/>
          <p:nvPr/>
        </p:nvSpPr>
        <p:spPr>
          <a:xfrm>
            <a:off x="6711696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86" name="s171"/>
          <p:cNvSpPr/>
          <p:nvPr/>
        </p:nvSpPr>
        <p:spPr>
          <a:xfrm>
            <a:off x="7269480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87" name="s172"/>
          <p:cNvSpPr/>
          <p:nvPr/>
        </p:nvSpPr>
        <p:spPr>
          <a:xfrm>
            <a:off x="7827264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88" name="s173"/>
          <p:cNvSpPr/>
          <p:nvPr/>
        </p:nvSpPr>
        <p:spPr>
          <a:xfrm>
            <a:off x="8385048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89" name="s174"/>
          <p:cNvSpPr/>
          <p:nvPr/>
        </p:nvSpPr>
        <p:spPr>
          <a:xfrm>
            <a:off x="8942832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90" name="s175"/>
          <p:cNvSpPr/>
          <p:nvPr/>
        </p:nvSpPr>
        <p:spPr>
          <a:xfrm>
            <a:off x="5020056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91" name="s176"/>
          <p:cNvSpPr/>
          <p:nvPr/>
        </p:nvSpPr>
        <p:spPr>
          <a:xfrm>
            <a:off x="5577840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92" name="s177"/>
          <p:cNvSpPr/>
          <p:nvPr/>
        </p:nvSpPr>
        <p:spPr>
          <a:xfrm>
            <a:off x="6135624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93" name="s178"/>
          <p:cNvSpPr/>
          <p:nvPr/>
        </p:nvSpPr>
        <p:spPr>
          <a:xfrm>
            <a:off x="6693408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94" name="s179"/>
          <p:cNvSpPr/>
          <p:nvPr/>
        </p:nvSpPr>
        <p:spPr>
          <a:xfrm>
            <a:off x="7251192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95" name="s180"/>
          <p:cNvSpPr/>
          <p:nvPr/>
        </p:nvSpPr>
        <p:spPr>
          <a:xfrm>
            <a:off x="7808976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96" name="s181"/>
          <p:cNvSpPr/>
          <p:nvPr/>
        </p:nvSpPr>
        <p:spPr>
          <a:xfrm>
            <a:off x="8366760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97" name="s182"/>
          <p:cNvSpPr/>
          <p:nvPr/>
        </p:nvSpPr>
        <p:spPr>
          <a:xfrm>
            <a:off x="8924544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98" name="s183"/>
          <p:cNvSpPr/>
          <p:nvPr/>
        </p:nvSpPr>
        <p:spPr>
          <a:xfrm>
            <a:off x="5001768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99" name="s184"/>
          <p:cNvSpPr/>
          <p:nvPr/>
        </p:nvSpPr>
        <p:spPr>
          <a:xfrm>
            <a:off x="4663440" y="3703320"/>
            <a:ext cx="182880" cy="182880"/>
          </a:xfrm>
          <a:prstGeom prst="ellipse">
            <a:avLst/>
          </a:prstGeom>
          <a:solidFill>
            <a:srgbClr val="9C7A5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" name="s185"/>
          <p:cNvSpPr/>
          <p:nvPr/>
        </p:nvSpPr>
        <p:spPr>
          <a:xfrm>
            <a:off x="5166360" y="3703320"/>
            <a:ext cx="182880" cy="182880"/>
          </a:xfrm>
          <a:prstGeom prst="ellipse">
            <a:avLst/>
          </a:prstGeom>
          <a:solidFill>
            <a:srgbClr val="9C7A5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1" name="s186"/>
          <p:cNvSpPr/>
          <p:nvPr/>
        </p:nvSpPr>
        <p:spPr>
          <a:xfrm>
            <a:off x="5669280" y="3703320"/>
            <a:ext cx="182880" cy="182880"/>
          </a:xfrm>
          <a:prstGeom prst="ellipse">
            <a:avLst/>
          </a:prstGeom>
          <a:solidFill>
            <a:srgbClr val="9C7A5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2" name="s187"/>
          <p:cNvSpPr/>
          <p:nvPr/>
        </p:nvSpPr>
        <p:spPr>
          <a:xfrm>
            <a:off x="6172200" y="3703320"/>
            <a:ext cx="182880" cy="182880"/>
          </a:xfrm>
          <a:prstGeom prst="ellipse">
            <a:avLst/>
          </a:prstGeom>
          <a:solidFill>
            <a:srgbClr val="9C7A5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3" name="s188"/>
          <p:cNvSpPr/>
          <p:nvPr/>
        </p:nvSpPr>
        <p:spPr>
          <a:xfrm>
            <a:off x="6675120" y="3703320"/>
            <a:ext cx="182880" cy="182880"/>
          </a:xfrm>
          <a:prstGeom prst="ellipse">
            <a:avLst/>
          </a:prstGeom>
          <a:solidFill>
            <a:srgbClr val="9C7A5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4" name="s189"/>
          <p:cNvSpPr/>
          <p:nvPr/>
        </p:nvSpPr>
        <p:spPr>
          <a:xfrm>
            <a:off x="7178040" y="3703320"/>
            <a:ext cx="182880" cy="182880"/>
          </a:xfrm>
          <a:prstGeom prst="ellipse">
            <a:avLst/>
          </a:prstGeom>
          <a:solidFill>
            <a:srgbClr val="9C7A5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5" name="s190"/>
          <p:cNvSpPr/>
          <p:nvPr/>
        </p:nvSpPr>
        <p:spPr>
          <a:xfrm>
            <a:off x="7680960" y="3703320"/>
            <a:ext cx="182880" cy="182880"/>
          </a:xfrm>
          <a:prstGeom prst="ellipse">
            <a:avLst/>
          </a:prstGeom>
          <a:solidFill>
            <a:srgbClr val="9C7A5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6" name="s191"/>
          <p:cNvSpPr/>
          <p:nvPr/>
        </p:nvSpPr>
        <p:spPr>
          <a:xfrm>
            <a:off x="8183880" y="3703320"/>
            <a:ext cx="182880" cy="182880"/>
          </a:xfrm>
          <a:prstGeom prst="ellipse">
            <a:avLst/>
          </a:prstGeom>
          <a:solidFill>
            <a:srgbClr val="9C7A5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7" name="s192"/>
          <p:cNvSpPr/>
          <p:nvPr/>
        </p:nvSpPr>
        <p:spPr>
          <a:xfrm>
            <a:off x="5020056" y="4105656"/>
            <a:ext cx="201168" cy="201168"/>
          </a:xfrm>
          <a:prstGeom prst="ellipse">
            <a:avLst/>
          </a:prstGeom>
          <a:solidFill>
            <a:srgbClr val="9C7A5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8" name="s193"/>
          <p:cNvSpPr/>
          <p:nvPr/>
        </p:nvSpPr>
        <p:spPr>
          <a:xfrm>
            <a:off x="5020056" y="4105656"/>
            <a:ext cx="201168" cy="201168"/>
          </a:xfrm>
          <a:prstGeom prst="ellipse">
            <a:avLst/>
          </a:prstGeom>
          <a:solidFill>
            <a:srgbClr val="8E9AA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9" name="s194"/>
          <p:cNvSpPr/>
          <p:nvPr/>
        </p:nvSpPr>
        <p:spPr>
          <a:xfrm>
            <a:off x="5020056" y="4105656"/>
            <a:ext cx="201168" cy="201168"/>
          </a:xfrm>
          <a:prstGeom prst="ellipse">
            <a:avLst/>
          </a:prstGeom>
          <a:solidFill>
            <a:srgbClr val="9C7A5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0" name="s195"/>
          <p:cNvSpPr/>
          <p:nvPr/>
        </p:nvSpPr>
        <p:spPr>
          <a:xfrm>
            <a:off x="5020056" y="4105656"/>
            <a:ext cx="201168" cy="201168"/>
          </a:xfrm>
          <a:prstGeom prst="ellipse">
            <a:avLst/>
          </a:prstGeom>
          <a:solidFill>
            <a:srgbClr val="8E9AA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1" name="s196"/>
          <p:cNvSpPr/>
          <p:nvPr/>
        </p:nvSpPr>
        <p:spPr>
          <a:xfrm>
            <a:off x="5020056" y="4105656"/>
            <a:ext cx="201168" cy="201168"/>
          </a:xfrm>
          <a:prstGeom prst="ellipse">
            <a:avLst/>
          </a:prstGeom>
          <a:solidFill>
            <a:srgbClr val="9C7A5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2" name="s197"/>
          <p:cNvSpPr/>
          <p:nvPr/>
        </p:nvSpPr>
        <p:spPr>
          <a:xfrm>
            <a:off x="5020056" y="4105656"/>
            <a:ext cx="201168" cy="201168"/>
          </a:xfrm>
          <a:prstGeom prst="ellipse">
            <a:avLst/>
          </a:prstGeom>
          <a:solidFill>
            <a:srgbClr val="8E9AA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3" name="s198"/>
          <p:cNvSpPr/>
          <p:nvPr/>
        </p:nvSpPr>
        <p:spPr>
          <a:xfrm>
            <a:off x="548640" y="3383280"/>
            <a:ext cx="3017520" cy="640080"/>
          </a:xfrm>
          <a:prstGeom prst="roundRect">
            <a:avLst>
              <a:gd name="adj" fmla="val 50000"/>
            </a:avLst>
          </a:prstGeom>
          <a:solidFill>
            <a:srgbClr val="3AB54A"/>
          </a:solidFill>
          <a:ln/>
        </p:spPr>
      </p:sp>
      <p:sp>
        <p:nvSpPr>
          <p:cNvPr id="114" name="t199"/>
          <p:cNvSpPr txBox="1"/>
          <p:nvPr/>
        </p:nvSpPr>
        <p:spPr>
          <a:xfrm>
            <a:off x="548640" y="33832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READY FOR SAFE ENTRY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mph" presetSubtype="0" repeatCount="3000" fill="hold" grpId="2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12" dur="500" autoRev="1" fill="hold"/>
                                        <p:tgtEl>
                                          <p:spTgt spid="5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1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700"/>
                            </p:stCondLst>
                            <p:childTnLst>
                              <p:par>
                                <p:cTn id="3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10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0" presetClass="path" presetSubtype="0" fill="hold" grpId="3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53" dur="11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4" presetID="1" presetClass="exit" presetSubtype="0" fill="hold" grpId="1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0" presetClass="path" presetSubtype="0" fill="hold" grpId="3" nodeType="withEffect">
                                  <p:stCondLst>
                                    <p:cond delay="46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59" dur="11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" presetClass="exit" presetSubtype="0" fill="hold" grpId="1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0" presetClass="path" presetSubtype="0" fill="hold" grpId="3" nodeType="withEffect">
                                  <p:stCondLst>
                                    <p:cond delay="62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65" dur="11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6" presetID="1" presetClass="exit" presetSubtype="0" fill="hold" grpId="1" nodeType="withEffect">
                                  <p:stCondLst>
                                    <p:cond delay="17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0" presetClass="path" presetSubtype="0" fill="hold" grpId="3" nodeType="withEffect">
                                  <p:stCondLst>
                                    <p:cond delay="78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71" dur="11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2" presetID="1" presetClass="exit" presetSubtype="0" fill="hold" grpId="1" nodeType="withEffect">
                                  <p:stCondLst>
                                    <p:cond delay="18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0" presetClass="path" presetSubtype="0" fill="hold" grpId="3" nodeType="withEffect">
                                  <p:stCondLst>
                                    <p:cond delay="94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77" dur="11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8" presetID="1" presetClass="exit" presetSubtype="0" fill="hold" grpId="1" nodeType="withEffect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0" presetClass="path" presetSubtype="0" fill="hold" grpId="3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83" dur="11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4" presetID="1" presetClass="exit" presetSubtype="0" fill="hold" grpId="1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0" presetClass="path" presetSubtype="0" fill="hold" grpId="3" nodeType="withEffect">
                                  <p:stCondLst>
                                    <p:cond delay="126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89" dur="11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" presetClass="exit" presetSubtype="0" fill="hold" grpId="1" nodeType="withEffect">
                                  <p:stCondLst>
                                    <p:cond delay="23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0" presetClass="path" presetSubtype="0" fill="hold" grpId="3" nodeType="withEffect">
                                  <p:stCondLst>
                                    <p:cond delay="142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95" dur="11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6" presetID="1" presetClass="exit" presetSubtype="0" fill="hold" grpId="1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0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0" presetClass="path" presetSubtype="0" fill="hold" grpId="3" nodeType="withEffect">
                                  <p:stCondLst>
                                    <p:cond delay="158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101" dur="11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1" presetClass="exit" presetSubtype="0" fill="hold" grpId="1" nodeType="withEffect">
                                  <p:stCondLst>
                                    <p:cond delay="268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grpId="0" nodeType="withEffect">
                                  <p:stCondLst>
                                    <p:cond delay="174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0" presetClass="path" presetSubtype="0" fill="hold" grpId="3" nodeType="withEffect">
                                  <p:stCondLst>
                                    <p:cond delay="174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107" dur="11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8" presetID="1" presetClass="exit" presetSubtype="0" fill="hold" grpId="1" nodeType="withEffect">
                                  <p:stCondLst>
                                    <p:cond delay="284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0" presetClass="path" presetSubtype="0" fill="hold" grpId="3" nodeType="withEffect">
                                  <p:stCondLst>
                                    <p:cond delay="190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113" dur="11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4" presetID="1" presetClass="exit" presetSubtype="0" fill="hold" grpId="1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grpId="0" nodeType="withEffect">
                                  <p:stCondLst>
                                    <p:cond delay="206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0" presetClass="path" presetSubtype="0" fill="hold" grpId="3" nodeType="withEffect">
                                  <p:stCondLst>
                                    <p:cond delay="206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119" dur="11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" presetClass="exit" presetSubtype="0" fill="hold" grpId="1" nodeType="withEffect">
                                  <p:stCondLst>
                                    <p:cond delay="31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grpId="0" nodeType="withEffect">
                                  <p:stCondLst>
                                    <p:cond delay="222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0" presetClass="path" presetSubtype="0" fill="hold" grpId="3" nodeType="withEffect">
                                  <p:stCondLst>
                                    <p:cond delay="222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125" dur="11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6" presetID="1" presetClass="exit" presetSubtype="0" fill="hold" grpId="1" nodeType="withEffect">
                                  <p:stCondLst>
                                    <p:cond delay="332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0" presetClass="path" presetSubtype="0" fill="hold" grpId="3" nodeType="withEffect">
                                  <p:stCondLst>
                                    <p:cond delay="238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131" dur="11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2" presetID="1" presetClass="exit" presetSubtype="0" fill="hold" grpId="1" nodeType="withEffect">
                                  <p:stCondLst>
                                    <p:cond delay="34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grpId="0" nodeType="withEffect">
                                  <p:stCondLst>
                                    <p:cond delay="254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0" presetClass="path" presetSubtype="0" fill="hold" grpId="3" nodeType="withEffect">
                                  <p:stCondLst>
                                    <p:cond delay="254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137" dur="11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8" presetID="1" presetClass="exit" presetSubtype="0" fill="hold" grpId="1" nodeType="withEffect">
                                  <p:stCondLst>
                                    <p:cond delay="364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0" presetClass="path" presetSubtype="0" fill="hold" grpId="3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143" dur="11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4" presetID="1" presetClass="exit" presetSubtype="0" fill="hold" grpId="1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grpId="0" nodeType="withEffect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0" presetClass="path" presetSubtype="0" fill="hold" grpId="3" nodeType="withEffect">
                                  <p:stCondLst>
                                    <p:cond delay="286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149" dur="11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1" presetClass="exit" presetSubtype="0" fill="hold" grpId="1" nodeType="withEffect">
                                  <p:stCondLst>
                                    <p:cond delay="396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ntr" presetSubtype="0" fill="hold" grpId="0" nodeType="withEffect">
                                  <p:stCondLst>
                                    <p:cond delay="302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0" presetClass="path" presetSubtype="0" fill="hold" grpId="3" nodeType="withEffect">
                                  <p:stCondLst>
                                    <p:cond delay="302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155" dur="11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6" presetID="1" presetClass="exit" presetSubtype="0" fill="hold" grpId="1" nodeType="withEffect">
                                  <p:stCondLst>
                                    <p:cond delay="412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0" presetClass="path" presetSubtype="0" fill="hold" grpId="3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0.1133 L -0.0750 0.2600 E" pathEditMode="relative" ptsTypes="AAA">
                                      <p:cBhvr>
                                        <p:cTn id="171" dur="13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2" presetID="1" presetClass="exit" presetSubtype="0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0" presetClass="path" presetSubtype="0" fill="hold" grpId="3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0.1133 L -0.0375 0.2600 E" pathEditMode="relative" ptsTypes="AAA">
                                      <p:cBhvr>
                                        <p:cTn id="177" dur="13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8" presetID="1" presetClass="exit" presetSubtype="0" fill="hold" grpId="1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0" presetClass="path" presetSubtype="0" fill="hold" grpId="3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.0000 0.1133 L 0.0000 0.2600 E" pathEditMode="relative" ptsTypes="AAA">
                                      <p:cBhvr>
                                        <p:cTn id="183" dur="13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4" presetID="1" presetClass="exit" presetSubtype="0" fill="hold" grpId="1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0" presetClass="path" presetSubtype="0" fill="hold" grpId="3" nodeType="withEffect">
                                  <p:stCondLst>
                                    <p:cond delay="1250"/>
                                  </p:stCondLst>
                                  <p:childTnLst>
                                    <p:animMotion origin="layout" path="M 0 0 L 0.0000 0.1133 L 0.0375 0.2600 E" pathEditMode="relative" ptsTypes="AAA">
                                      <p:cBhvr>
                                        <p:cTn id="189" dur="13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0" presetID="1" presetClass="exit" presetSubtype="0" fill="hold" grpId="1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0" presetClass="path" presetSubtype="0" fill="hold" grpId="3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 0 L 0.0000 0.1133 L 0.0750 0.2600 E" pathEditMode="relative" ptsTypes="AAA">
                                      <p:cBhvr>
                                        <p:cTn id="195" dur="13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6" presetID="1" presetClass="exit" presetSubtype="0" fill="hold" grpId="1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0" presetClass="path" presetSubtype="0" fill="hold" grpId="3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201" dur="11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2" presetID="1" presetClass="exit" presetSubtype="0" fill="hold" grpId="1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0" presetClass="path" presetSubtype="0" fill="hold" grpId="3" nodeType="withEffect">
                                  <p:stCondLst>
                                    <p:cond delay="74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207" dur="11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8" presetID="1" presetClass="exit" presetSubtype="0" fill="hold" grpId="1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0" presetClass="path" presetSubtype="0" fill="hold" grpId="3" nodeType="withEffect">
                                  <p:stCondLst>
                                    <p:cond delay="88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213" dur="11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4" presetID="1" presetClass="exit" presetSubtype="0" fill="hold" grpId="1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0" presetClass="path" presetSubtype="0" fill="hold" grpId="3" nodeType="withEffect">
                                  <p:stCondLst>
                                    <p:cond delay="102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219" dur="11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0" presetID="1" presetClass="exit" presetSubtype="0" fill="hold" grpId="1" nodeType="withEffect">
                                  <p:stCondLst>
                                    <p:cond delay="212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1" presetClass="entr" presetSubtype="0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0" presetClass="path" presetSubtype="0" fill="hold" grpId="3" nodeType="withEffect">
                                  <p:stCondLst>
                                    <p:cond delay="116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225" dur="11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6" presetID="1" presetClass="exit" presetSubtype="0" fill="hold" grpId="1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0" presetClass="path" presetSubtype="0" fill="hold" grpId="3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231" dur="11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2" presetID="1" presetClass="exit" presetSubtype="0" fill="hold" grpId="1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1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0" presetClass="path" presetSubtype="0" fill="hold" grpId="3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237" dur="11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8" presetID="1" presetClass="exit" presetSubtype="0" fill="hold" grpId="1" nodeType="withEffect">
                                  <p:stCondLst>
                                    <p:cond delay="254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" presetClass="entr" presetSubtype="0" fill="hold" grpId="0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0" presetClass="path" presetSubtype="0" fill="hold" grpId="3" nodeType="withEffect">
                                  <p:stCondLst>
                                    <p:cond delay="158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243" dur="11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4" presetID="1" presetClass="exit" presetSubtype="0" fill="hold" grpId="1" nodeType="withEffect">
                                  <p:stCondLst>
                                    <p:cond delay="268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" presetClass="entr" presetSubtype="0" fill="hold" grpId="0" nodeType="withEffect">
                                  <p:stCondLst>
                                    <p:cond delay="172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0" presetClass="path" presetSubtype="0" fill="hold" grpId="3" nodeType="withEffect">
                                  <p:stCondLst>
                                    <p:cond delay="172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249" dur="11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0" presetID="1" presetClass="exit" presetSubtype="0" fill="hold" grpId="1" nodeType="withEffect">
                                  <p:stCondLst>
                                    <p:cond delay="282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1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presetID="0" presetClass="path" presetSubtype="0" fill="hold" grpId="3" nodeType="withEffect">
                                  <p:stCondLst>
                                    <p:cond delay="186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255" dur="11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6" presetID="1" presetClass="exit" presetSubtype="0" fill="hold" grpId="1" nodeType="withEffect">
                                  <p:stCondLst>
                                    <p:cond delay="296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0" presetClass="path" presetSubtype="0" fill="hold" grpId="3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261" dur="11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2" presetID="1" presetClass="exit" presetSubtype="0" fill="hold" grpId="1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1" presetClass="entr" presetSubtype="0" fill="hold" grpId="0" nodeType="withEffect">
                                  <p:stCondLst>
                                    <p:cond delay="214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0" presetClass="path" presetSubtype="0" fill="hold" grpId="3" nodeType="withEffect">
                                  <p:stCondLst>
                                    <p:cond delay="214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267" dur="11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8" presetID="1" presetClass="exit" presetSubtype="0" fill="hold" grpId="1" nodeType="withEffect">
                                  <p:stCondLst>
                                    <p:cond delay="324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" presetClass="entr" presetSubtype="0" fill="hold" grpId="0" nodeType="withEffect">
                                  <p:stCondLst>
                                    <p:cond delay="228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0" presetClass="path" presetSubtype="0" fill="hold" grpId="3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273" dur="11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4" presetID="1" presetClass="exit" presetSubtype="0" fill="hold" grpId="1" nodeType="withEffect">
                                  <p:stCondLst>
                                    <p:cond delay="338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1" presetClass="entr" presetSubtype="0" fill="hold" grpId="0" nodeType="withEffect">
                                  <p:stCondLst>
                                    <p:cond delay="242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0" presetClass="path" presetSubtype="0" fill="hold" grpId="3" nodeType="withEffect">
                                  <p:stCondLst>
                                    <p:cond delay="242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279" dur="11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0" presetID="1" presetClass="exit" presetSubtype="0" fill="hold" grpId="1" nodeType="withEffect">
                                  <p:stCondLst>
                                    <p:cond delay="352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" presetClass="entr" presetSubtype="0" fill="hold" grpId="0" nodeType="withEffect">
                                  <p:stCondLst>
                                    <p:cond delay="256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4" presetID="0" presetClass="path" presetSubtype="0" fill="hold" grpId="3" nodeType="withEffect">
                                  <p:stCondLst>
                                    <p:cond delay="256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285" dur="11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6" presetID="1" presetClass="exit" presetSubtype="0" fill="hold" grpId="1" nodeType="withEffect">
                                  <p:stCondLst>
                                    <p:cond delay="366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1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0" presetID="0" presetClass="path" presetSubtype="0" fill="hold" grpId="3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291" dur="11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2" presetID="1" presetClass="exit" presetSubtype="0" fill="hold" grpId="1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1" presetClass="entr" presetSubtype="0" fill="hold" grpId="0" nodeType="withEffect">
                                  <p:stCondLst>
                                    <p:cond delay="284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" presetID="0" presetClass="path" presetSubtype="0" fill="hold" grpId="3" nodeType="withEffect">
                                  <p:stCondLst>
                                    <p:cond delay="284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297" dur="11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8" presetID="1" presetClass="exit" presetSubtype="0" fill="hold" grpId="1" nodeType="withEffect">
                                  <p:stCondLst>
                                    <p:cond delay="394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1" presetClass="entr" presetSubtype="0" fill="hold" grpId="0" nodeType="withEffect">
                                  <p:stCondLst>
                                    <p:cond delay="298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2" presetID="0" presetClass="path" presetSubtype="0" fill="hold" grpId="3" nodeType="withEffect">
                                  <p:stCondLst>
                                    <p:cond delay="298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303" dur="11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04" presetID="1" presetClass="exit" presetSubtype="0" fill="hold" grpId="1" nodeType="withEffect">
                                  <p:stCondLst>
                                    <p:cond delay="408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6" presetID="10" presetClass="exit" presetSubtype="0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7" dur="2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0" presetClass="path" presetSubtype="0" fill="hold" grpId="3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0.0075 -0.0467 E" pathEditMode="relative" ptsTypes="AA">
                                      <p:cBhvr>
                                        <p:cTn id="312" dur="1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3" presetID="1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0" presetClass="path" presetSubtype="0" fill="hold" grpId="3" nodeType="withEffect">
                                  <p:stCondLst>
                                    <p:cond delay="1050"/>
                                  </p:stCondLst>
                                  <p:childTnLst>
                                    <p:animMotion origin="layout" path="M 0 0 L 0.0075 -0.0667 E" pathEditMode="relative" ptsTypes="AA">
                                      <p:cBhvr>
                                        <p:cTn id="316" dur="1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7" presetID="1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0" presetClass="path" presetSubtype="0" fill="hold" grpId="3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 0 L 0.0075 -0.0867 E" pathEditMode="relative" ptsTypes="AA">
                                      <p:cBhvr>
                                        <p:cTn id="320" dur="1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1" presetID="1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3" presetID="0" presetClass="path" presetSubtype="0" fill="hold" grpId="3" nodeType="withEffect">
                                  <p:stCondLst>
                                    <p:cond delay="1350"/>
                                  </p:stCondLst>
                                  <p:childTnLst>
                                    <p:animMotion origin="layout" path="M 0 0 L 0.0075 -0.0467 E" pathEditMode="relative" ptsTypes="AA">
                                      <p:cBhvr>
                                        <p:cTn id="324" dur="1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5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0" presetClass="path" presetSubtype="0" fill="hold" grpId="3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 0 L 0.0075 -0.0667 E" pathEditMode="relative" ptsTypes="AA">
                                      <p:cBhvr>
                                        <p:cTn id="328" dur="1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9" presetID="1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0" presetClass="path" presetSubtype="0" fill="hold" grpId="3" nodeType="withEffect">
                                  <p:stCondLst>
                                    <p:cond delay="1650"/>
                                  </p:stCondLst>
                                  <p:childTnLst>
                                    <p:animMotion origin="layout" path="M 0 0 L 0.0075 -0.0867 E" pathEditMode="relative" ptsTypes="AA">
                                      <p:cBhvr>
                                        <p:cTn id="332" dur="1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3" presetID="1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presetID="0" presetClass="path" presetSubtype="0" fill="hold" grpId="3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 0 L 0.0075 -0.0467 E" pathEditMode="relative" ptsTypes="AA">
                                      <p:cBhvr>
                                        <p:cTn id="336" dur="1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7" presetID="1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" presetID="0" presetClass="path" presetSubtype="0" fill="hold" grpId="3" nodeType="withEffect">
                                  <p:stCondLst>
                                    <p:cond delay="1950"/>
                                  </p:stCondLst>
                                  <p:childTnLst>
                                    <p:animMotion origin="layout" path="M 0 0 L 0.0075 -0.0667 E" pathEditMode="relative" ptsTypes="AA">
                                      <p:cBhvr>
                                        <p:cTn id="340" dur="1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>
                      <p:stCondLst>
                        <p:cond delay="indefinite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7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8" presetID="0" presetClass="pat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75 0.1200 E" pathEditMode="relative" ptsTypes="AA">
                                      <p:cBhvr>
                                        <p:cTn id="349" dur="9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0" fill="hold">
                            <p:stCondLst>
                              <p:cond delay="900"/>
                            </p:stCondLst>
                            <p:childTnLst>
                              <p:par>
                                <p:cTn id="351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2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6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8" dur="6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0" presetClass="pat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75 -0.0947 E" pathEditMode="relative" ptsTypes="AA">
                                      <p:cBhvr>
                                        <p:cTn id="361" dur="8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2" fill="hold">
                            <p:stCondLst>
                              <p:cond delay="1700"/>
                            </p:stCondLst>
                            <p:childTnLst>
                              <p:par>
                                <p:cTn id="36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4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8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9" fill="hold">
                      <p:stCondLst>
                        <p:cond delay="indefinite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5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6" presetID="0" presetClass="pat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725 0.0000 L 0.1725 -0.1373 L 0.3375 -0.1373 E" pathEditMode="relative" ptsTypes="AAAA">
                                      <p:cBhvr>
                                        <p:cTn id="377" dur="18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8" presetID="10" presetClass="exit" presetSubtype="0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9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1" presetID="0" presetClass="path" presetSubtype="0" fill="hold" grpId="3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750 0.0000 L 0.0750 -0.1373 L 0.2400 -0.1373 E" pathEditMode="relative" ptsTypes="AAAA">
                                      <p:cBhvr>
                                        <p:cTn id="382" dur="18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83" presetID="10" presetClass="exit" presetSubtype="0" fill="hold" grpId="1" nodeType="withEffect">
                                  <p:stCondLst>
                                    <p:cond delay="2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4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6" presetID="6" presetClass="emph" presetSubtype="0" repeatCount="4000" fill="hold" grpId="2" nodeType="withEffect">
                                  <p:stCondLst>
                                    <p:cond delay="1700"/>
                                  </p:stCondLst>
                                  <p:childTnLst>
                                    <p:animScale>
                                      <p:cBhvr>
                                        <p:cTn id="387" dur="30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40000" y="140000"/>
                                    </p:animScale>
                                  </p:childTnLst>
                                </p:cTn>
                              </p:par>
                              <p:par>
                                <p:cTn id="388" presetID="6" presetClass="emph" presetSubtype="0" repeatCount="4000" fill="hold" grpId="2" nodeType="withEffect">
                                  <p:stCondLst>
                                    <p:cond delay="1700"/>
                                  </p:stCondLst>
                                  <p:childTnLst>
                                    <p:animScale>
                                      <p:cBhvr>
                                        <p:cTn id="389" dur="30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40000" y="14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0" fill="hold">
                      <p:stCondLst>
                        <p:cond delay="indefinite"/>
                      </p:stCondLst>
                      <p:childTnLst>
                        <p:par>
                          <p:cTn id="391" fill="hold">
                            <p:stCondLst>
                              <p:cond delay="0"/>
                            </p:stCondLst>
                            <p:childTnLst>
                              <p:par>
                                <p:cTn id="39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6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7" presetID="2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98" dur="2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21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0" presetID="10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1" dur="6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" presetID="10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4" dur="6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6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8" presetID="0" presetClass="path" presetSubtype="0" fill="hold" grpId="3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0.1267 L -0.2588 0.1267 E" pathEditMode="relative" ptsTypes="AAA">
                                      <p:cBhvr>
                                        <p:cTn id="409" dur="16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0" presetID="1" presetClass="exit" presetSubtype="0" fill="hold" grpId="1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2" presetID="1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0" presetClass="path" presetSubtype="0" fill="hold" grpId="3" nodeType="withEffect">
                                  <p:stCondLst>
                                    <p:cond delay="580"/>
                                  </p:stCondLst>
                                  <p:childTnLst>
                                    <p:animMotion origin="layout" path="M 0 0 L 0.0000 0.1267 L -0.2588 0.1267 E" pathEditMode="relative" ptsTypes="AAA">
                                      <p:cBhvr>
                                        <p:cTn id="415" dur="16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6" presetID="1" presetClass="exit" presetSubtype="0" fill="hold" grpId="1" nodeType="withEffect">
                                  <p:stCondLst>
                                    <p:cond delay="218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8" presetID="1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0" presetID="0" presetClass="path" presetSubtype="0" fill="hold" grpId="3" nodeType="withEffect">
                                  <p:stCondLst>
                                    <p:cond delay="860"/>
                                  </p:stCondLst>
                                  <p:childTnLst>
                                    <p:animMotion origin="layout" path="M 0 0 L 0.0000 0.1267 L -0.2588 0.1267 E" pathEditMode="relative" ptsTypes="AAA">
                                      <p:cBhvr>
                                        <p:cTn id="421" dur="16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22" presetID="1" presetClass="exit" presetSubtype="0" fill="hold" grpId="1" nodeType="withEffect">
                                  <p:stCondLst>
                                    <p:cond delay="246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4" presetID="1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6" presetID="0" presetClass="path" presetSubtype="0" fill="hold" grpId="3" nodeType="withEffect">
                                  <p:stCondLst>
                                    <p:cond delay="1140"/>
                                  </p:stCondLst>
                                  <p:childTnLst>
                                    <p:animMotion origin="layout" path="M 0 0 L 0.0000 0.1267 L -0.2588 0.1267 E" pathEditMode="relative" ptsTypes="AAA">
                                      <p:cBhvr>
                                        <p:cTn id="427" dur="16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28" presetID="1" presetClass="exit" presetSubtype="0" fill="hold" grpId="1" nodeType="withEffect">
                                  <p:stCondLst>
                                    <p:cond delay="274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0" presetID="1" presetClass="entr" presetSubtype="0" fill="hold" grpId="0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2" presetID="0" presetClass="path" presetSubtype="0" fill="hold" grpId="3" nodeType="withEffect">
                                  <p:stCondLst>
                                    <p:cond delay="1420"/>
                                  </p:stCondLst>
                                  <p:childTnLst>
                                    <p:animMotion origin="layout" path="M 0 0 L 0.0000 0.1267 L -0.2588 0.1267 E" pathEditMode="relative" ptsTypes="AAA">
                                      <p:cBhvr>
                                        <p:cTn id="433" dur="16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4" presetID="1" presetClass="exit" presetSubtype="0" fill="hold" grpId="1" nodeType="withEffect">
                                  <p:stCondLst>
                                    <p:cond delay="302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6" presetID="1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8" presetID="0" presetClass="path" presetSubtype="0" fill="hold" grpId="3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0 0 L 0.0000 0.1267 L -0.2588 0.1267 E" pathEditMode="relative" ptsTypes="AAA">
                                      <p:cBhvr>
                                        <p:cTn id="439" dur="16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40" presetID="1" presetClass="exit" presetSubtype="0" fill="hold" grpId="1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2" presetID="22" presetClass="entr" presetSubtype="4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4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5" presetID="22" presetClass="entr" presetSubtype="4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7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8" fill="hold">
                      <p:stCondLst>
                        <p:cond delay="indefinite"/>
                      </p:stCondLst>
                      <p:childTnLst>
                        <p:par>
                          <p:cTn id="449" fill="hold">
                            <p:stCondLst>
                              <p:cond delay="0"/>
                            </p:stCondLst>
                            <p:childTnLst>
                              <p:par>
                                <p:cTn id="45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4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5" presetID="1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7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9" dur="4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0" dur="4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2" presetID="1" presetClass="exit" presetSubtype="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4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6" dur="4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7" dur="4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8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9" presetID="1" presetClass="exit" presetSubtype="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1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3" dur="4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4" dur="4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5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9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0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1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4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5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7" fill="hold">
                            <p:stCondLst>
                              <p:cond delay="2500"/>
                            </p:stCondLst>
                            <p:childTnLst>
                              <p:par>
                                <p:cTn id="488" presetID="6" presetClass="emph" presetSubtype="0" repeatCount="2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89" dur="400" autoRev="1" fill="hold"/>
                                        <p:tgtEl>
                                          <p:spTgt spid="113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490" presetID="6" presetClass="emph" presetSubtype="0" repeatCount="2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91" dur="400" autoRev="1" fill="hold"/>
                                        <p:tgtEl>
                                          <p:spTgt spid="11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 animBg="1"/>
      <p:bldP spid="54" grpId="2" animBg="1"/>
      <p:bldP spid="43" grpId="1" animBg="1"/>
      <p:bldP spid="44" grpId="0" animBg="1"/>
      <p:bldP spid="6" grpId="0" animBg="1"/>
      <p:bldP spid="44" grpId="1" animBg="1"/>
      <p:bldP spid="45" grpId="0" animBg="1"/>
      <p:bldP spid="15" grpId="0" animBg="1"/>
      <p:bldP spid="16" grpId="0" animBg="1"/>
      <p:bldP spid="17" grpId="0" animBg="1"/>
      <p:bldP spid="18" grpId="0" animBg="1"/>
      <p:bldP spid="26" grpId="0" animBg="1"/>
      <p:bldP spid="28" grpId="0" animBg="1"/>
      <p:bldP spid="58" grpId="0" animBg="1"/>
      <p:bldP spid="58" grpId="3" animBg="1"/>
      <p:bldP spid="58" grpId="1" animBg="1"/>
      <p:bldP spid="59" grpId="0" animBg="1"/>
      <p:bldP spid="59" grpId="3" animBg="1"/>
      <p:bldP spid="59" grpId="1" animBg="1"/>
      <p:bldP spid="60" grpId="0" animBg="1"/>
      <p:bldP spid="60" grpId="3" animBg="1"/>
      <p:bldP spid="60" grpId="1" animBg="1"/>
      <p:bldP spid="61" grpId="0" animBg="1"/>
      <p:bldP spid="61" grpId="3" animBg="1"/>
      <p:bldP spid="61" grpId="1" animBg="1"/>
      <p:bldP spid="62" grpId="0" animBg="1"/>
      <p:bldP spid="62" grpId="3" animBg="1"/>
      <p:bldP spid="62" grpId="1" animBg="1"/>
      <p:bldP spid="63" grpId="0" animBg="1"/>
      <p:bldP spid="63" grpId="3" animBg="1"/>
      <p:bldP spid="63" grpId="1" animBg="1"/>
      <p:bldP spid="64" grpId="0" animBg="1"/>
      <p:bldP spid="64" grpId="3" animBg="1"/>
      <p:bldP spid="64" grpId="1" animBg="1"/>
      <p:bldP spid="65" grpId="0" animBg="1"/>
      <p:bldP spid="65" grpId="3" animBg="1"/>
      <p:bldP spid="65" grpId="1" animBg="1"/>
      <p:bldP spid="66" grpId="0" animBg="1"/>
      <p:bldP spid="66" grpId="3" animBg="1"/>
      <p:bldP spid="66" grpId="1" animBg="1"/>
      <p:bldP spid="67" grpId="0" animBg="1"/>
      <p:bldP spid="67" grpId="3" animBg="1"/>
      <p:bldP spid="67" grpId="1" animBg="1"/>
      <p:bldP spid="68" grpId="0" animBg="1"/>
      <p:bldP spid="68" grpId="3" animBg="1"/>
      <p:bldP spid="68" grpId="1" animBg="1"/>
      <p:bldP spid="69" grpId="0" animBg="1"/>
      <p:bldP spid="69" grpId="3" animBg="1"/>
      <p:bldP spid="69" grpId="1" animBg="1"/>
      <p:bldP spid="70" grpId="0" animBg="1"/>
      <p:bldP spid="70" grpId="3" animBg="1"/>
      <p:bldP spid="70" grpId="1" animBg="1"/>
      <p:bldP spid="71" grpId="0" animBg="1"/>
      <p:bldP spid="71" grpId="3" animBg="1"/>
      <p:bldP spid="71" grpId="1" animBg="1"/>
      <p:bldP spid="72" grpId="0" animBg="1"/>
      <p:bldP spid="72" grpId="3" animBg="1"/>
      <p:bldP spid="72" grpId="1" animBg="1"/>
      <p:bldP spid="73" grpId="0" animBg="1"/>
      <p:bldP spid="73" grpId="3" animBg="1"/>
      <p:bldP spid="73" grpId="1" animBg="1"/>
      <p:bldP spid="74" grpId="0" animBg="1"/>
      <p:bldP spid="74" grpId="3" animBg="1"/>
      <p:bldP spid="74" grpId="1" animBg="1"/>
      <p:bldP spid="75" grpId="0" animBg="1"/>
      <p:bldP spid="75" grpId="3" animBg="1"/>
      <p:bldP spid="75" grpId="1" animBg="1"/>
      <p:bldP spid="45" grpId="1" animBg="1"/>
      <p:bldP spid="46" grpId="0" animBg="1"/>
      <p:bldP spid="30" grpId="0" animBg="1"/>
      <p:bldP spid="76" grpId="0" animBg="1"/>
      <p:bldP spid="76" grpId="3" animBg="1"/>
      <p:bldP spid="76" grpId="1" animBg="1"/>
      <p:bldP spid="77" grpId="0" animBg="1"/>
      <p:bldP spid="77" grpId="3" animBg="1"/>
      <p:bldP spid="77" grpId="1" animBg="1"/>
      <p:bldP spid="78" grpId="0" animBg="1"/>
      <p:bldP spid="78" grpId="3" animBg="1"/>
      <p:bldP spid="78" grpId="1" animBg="1"/>
      <p:bldP spid="79" grpId="0" animBg="1"/>
      <p:bldP spid="79" grpId="3" animBg="1"/>
      <p:bldP spid="79" grpId="1" animBg="1"/>
      <p:bldP spid="80" grpId="0" animBg="1"/>
      <p:bldP spid="80" grpId="3" animBg="1"/>
      <p:bldP spid="80" grpId="1" animBg="1"/>
      <p:bldP spid="81" grpId="0" animBg="1"/>
      <p:bldP spid="81" grpId="3" animBg="1"/>
      <p:bldP spid="81" grpId="1" animBg="1"/>
      <p:bldP spid="82" grpId="0" animBg="1"/>
      <p:bldP spid="82" grpId="3" animBg="1"/>
      <p:bldP spid="82" grpId="1" animBg="1"/>
      <p:bldP spid="83" grpId="0" animBg="1"/>
      <p:bldP spid="83" grpId="3" animBg="1"/>
      <p:bldP spid="83" grpId="1" animBg="1"/>
      <p:bldP spid="84" grpId="0" animBg="1"/>
      <p:bldP spid="84" grpId="3" animBg="1"/>
      <p:bldP spid="84" grpId="1" animBg="1"/>
      <p:bldP spid="85" grpId="0" animBg="1"/>
      <p:bldP spid="85" grpId="3" animBg="1"/>
      <p:bldP spid="85" grpId="1" animBg="1"/>
      <p:bldP spid="86" grpId="0" animBg="1"/>
      <p:bldP spid="86" grpId="3" animBg="1"/>
      <p:bldP spid="86" grpId="1" animBg="1"/>
      <p:bldP spid="87" grpId="0" animBg="1"/>
      <p:bldP spid="87" grpId="3" animBg="1"/>
      <p:bldP spid="87" grpId="1" animBg="1"/>
      <p:bldP spid="88" grpId="0" animBg="1"/>
      <p:bldP spid="88" grpId="3" animBg="1"/>
      <p:bldP spid="88" grpId="1" animBg="1"/>
      <p:bldP spid="89" grpId="0" animBg="1"/>
      <p:bldP spid="89" grpId="3" animBg="1"/>
      <p:bldP spid="89" grpId="1" animBg="1"/>
      <p:bldP spid="90" grpId="0" animBg="1"/>
      <p:bldP spid="90" grpId="3" animBg="1"/>
      <p:bldP spid="90" grpId="1" animBg="1"/>
      <p:bldP spid="91" grpId="0" animBg="1"/>
      <p:bldP spid="91" grpId="3" animBg="1"/>
      <p:bldP spid="91" grpId="1" animBg="1"/>
      <p:bldP spid="92" grpId="0" animBg="1"/>
      <p:bldP spid="92" grpId="3" animBg="1"/>
      <p:bldP spid="92" grpId="1" animBg="1"/>
      <p:bldP spid="93" grpId="0" animBg="1"/>
      <p:bldP spid="93" grpId="3" animBg="1"/>
      <p:bldP spid="93" grpId="1" animBg="1"/>
      <p:bldP spid="94" grpId="0" animBg="1"/>
      <p:bldP spid="94" grpId="3" animBg="1"/>
      <p:bldP spid="94" grpId="1" animBg="1"/>
      <p:bldP spid="95" grpId="0" animBg="1"/>
      <p:bldP spid="95" grpId="3" animBg="1"/>
      <p:bldP spid="95" grpId="1" animBg="1"/>
      <p:bldP spid="96" grpId="0" animBg="1"/>
      <p:bldP spid="96" grpId="3" animBg="1"/>
      <p:bldP spid="96" grpId="1" animBg="1"/>
      <p:bldP spid="97" grpId="0" animBg="1"/>
      <p:bldP spid="97" grpId="3" animBg="1"/>
      <p:bldP spid="97" grpId="1" animBg="1"/>
      <p:bldP spid="98" grpId="0" animBg="1"/>
      <p:bldP spid="98" grpId="3" animBg="1"/>
      <p:bldP spid="98" grpId="1" animBg="1"/>
      <p:bldP spid="5" grpId="1" animBg="1"/>
      <p:bldP spid="99" grpId="0" animBg="1"/>
      <p:bldP spid="99" grpId="3" animBg="1"/>
      <p:bldP spid="100" grpId="0" animBg="1"/>
      <p:bldP spid="100" grpId="3" animBg="1"/>
      <p:bldP spid="101" grpId="0" animBg="1"/>
      <p:bldP spid="101" grpId="3" animBg="1"/>
      <p:bldP spid="102" grpId="0" animBg="1"/>
      <p:bldP spid="102" grpId="3" animBg="1"/>
      <p:bldP spid="103" grpId="0" animBg="1"/>
      <p:bldP spid="103" grpId="3" animBg="1"/>
      <p:bldP spid="104" grpId="0" animBg="1"/>
      <p:bldP spid="104" grpId="3" animBg="1"/>
      <p:bldP spid="105" grpId="0" animBg="1"/>
      <p:bldP spid="105" grpId="3" animBg="1"/>
      <p:bldP spid="106" grpId="0" animBg="1"/>
      <p:bldP spid="106" grpId="3" animBg="1"/>
      <p:bldP spid="46" grpId="1" animBg="1"/>
      <p:bldP spid="47" grpId="0" animBg="1"/>
      <p:bldP spid="51" grpId="3" animBg="1"/>
      <p:bldP spid="51" grpId="1" animBg="1"/>
      <p:bldP spid="56" grpId="0" animBg="1"/>
      <p:bldP spid="54" grpId="1" animBg="1"/>
      <p:bldP spid="55" grpId="3" animBg="1"/>
      <p:bldP spid="55" grpId="1" animBg="1"/>
      <p:bldP spid="57" grpId="0" animBg="1"/>
      <p:bldP spid="47" grpId="1" animBg="1"/>
      <p:bldP spid="48" grpId="0" animBg="1"/>
      <p:bldP spid="52" grpId="3" animBg="1"/>
      <p:bldP spid="52" grpId="1" animBg="1"/>
      <p:bldP spid="53" grpId="3" animBg="1"/>
      <p:bldP spid="53" grpId="1" animBg="1"/>
      <p:bldP spid="11" grpId="2" animBg="1"/>
      <p:bldP spid="12" grpId="2" animBg="1"/>
      <p:bldP spid="48" grpId="1" animBg="1"/>
      <p:bldP spid="49" grpId="0" animBg="1"/>
      <p:bldP spid="6" grpId="1" animBg="1"/>
      <p:bldP spid="56" grpId="1" animBg="1"/>
      <p:bldP spid="57" grpId="1" animBg="1"/>
      <p:bldP spid="107" grpId="0" animBg="1"/>
      <p:bldP spid="107" grpId="3" animBg="1"/>
      <p:bldP spid="107" grpId="1" animBg="1"/>
      <p:bldP spid="108" grpId="0" animBg="1"/>
      <p:bldP spid="108" grpId="3" animBg="1"/>
      <p:bldP spid="108" grpId="1" animBg="1"/>
      <p:bldP spid="109" grpId="0" animBg="1"/>
      <p:bldP spid="109" grpId="3" animBg="1"/>
      <p:bldP spid="109" grpId="1" animBg="1"/>
      <p:bldP spid="110" grpId="0" animBg="1"/>
      <p:bldP spid="110" grpId="3" animBg="1"/>
      <p:bldP spid="110" grpId="1" animBg="1"/>
      <p:bldP spid="111" grpId="0" animBg="1"/>
      <p:bldP spid="111" grpId="3" animBg="1"/>
      <p:bldP spid="111" grpId="1" animBg="1"/>
      <p:bldP spid="112" grpId="0" animBg="1"/>
      <p:bldP spid="112" grpId="3" animBg="1"/>
      <p:bldP spid="112" grpId="1" animBg="1"/>
      <p:bldP spid="22" grpId="0" animBg="1"/>
      <p:bldP spid="23" grpId="0" animBg="1"/>
      <p:bldP spid="49" grpId="1" animBg="1"/>
      <p:bldP spid="50" grpId="0" animBg="1"/>
      <p:bldP spid="34" grpId="1" animBg="1"/>
      <p:bldP spid="35" grpId="0" animBg="1"/>
      <p:bldP spid="37" grpId="1" animBg="1"/>
      <p:bldP spid="38" grpId="0" animBg="1"/>
      <p:bldP spid="40" grpId="1" animBg="1"/>
      <p:bldP spid="41" grpId="0" animBg="1"/>
      <p:bldP spid="113" grpId="0" animBg="1"/>
      <p:bldP spid="114" grpId="0" animBg="1"/>
      <p:bldP spid="113" grpId="2" animBg="1"/>
      <p:bldP spid="114" grpId="2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2026-10-06T05:32:02Z</dcterms:created>
  <dcterms:modified xsi:type="dcterms:W3CDTF">2026-10-06T05:32:02Z</dcterms:modified>
</cp:coreProperties>
</file>