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Petroleum Development Oman – Gas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PDO Gas Plants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PDO Gas Plants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Saih Rawl, Saih Nihayda, Yibal Khuff, Kauther and other sites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Gas Plants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PDO Gas Plants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Gas Plants: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 handling sweet and sour gas: separation, acid gas removal, dehydration, condensate stabilisation and sulphur recovery.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Saih Rawl, Saih Nihayda, Yibal Khuff, Kauther and other sites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(sour gas)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(condensate)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BTEX / benzene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88696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0" name="t_18"/>
          <p:cNvSpPr txBox="1"/>
          <p:nvPr/>
        </p:nvSpPr>
        <p:spPr>
          <a:xfrm>
            <a:off x="90525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 &amp; amine residues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2" name="t_20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fast entry to sour-gas and condensate equipment – H₂S and pyrophoric control without long steaming or water washing.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PDO Gas Plants: H₂S (sour gas), Mercaptans, Pyrophoric FeS, LEL (condensate), BTEX / benzene.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Gas Plants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Inlet Separation &amp; Slug Catchers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and sludge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FeS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horizontal volumes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537667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separators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Gas Removal (Amine)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H₂S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on trays and reboilers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foaming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Glycol (TEG) Dehydration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 and BTEX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carry-over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Condensate Stabilisation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from condensate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BTEX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in reboilers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Sulphur Recovery (Sour Gas Plants)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/ SO₂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iron sulphide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Sulphur residues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 Water &amp; Condensate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and oil layers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LEL in vapour space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GAS PLANTS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PDO Gas Plants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Petroleum Development Oman – Gas Plants</dc:title>
  <dc:subject>PptxGenJS Presentation</dc:subject>
  <dc:creator>Delight International</dc:creator>
  <cp:lastModifiedBy>Delight International</cp:lastModifiedBy>
  <cp:revision>1</cp:revision>
  <dcterms:created xsi:type="dcterms:W3CDTF">2026-10-05T13:20:40Z</dcterms:created>
  <dcterms:modified xsi:type="dcterms:W3CDTF">2026-10-05T13:20:40Z</dcterms:modified>
</cp:coreProperties>
</file>