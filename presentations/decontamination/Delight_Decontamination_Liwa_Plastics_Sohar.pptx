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 – Liwa Plastics Industries Complex, Sohar.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Liwa Plastics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Liwa Plastics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Port, Al Batinah North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Liwa Plastics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Liwa Plastics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Liwa Plastics: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Mixed-feed steam cracker with downstream polyethylene and polypropylene plants.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Port, Al Batinah North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&amp; coke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fouling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(hydrocarbons)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oil &amp; caustic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88696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0" name="t_18"/>
          <p:cNvSpPr txBox="1"/>
          <p:nvPr/>
        </p:nvSpPr>
        <p:spPr>
          <a:xfrm>
            <a:off x="90525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2" name="t_20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Decontaminating cracker quench and compression systems and polymer plants – heavy tar, polymer and benzene.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Liwa Plastics: Benzene, Tar &amp; coke, Polymer fouling, LEL (hydrocarbons), Red oil &amp; caustic.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Liwa Plastics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Quench Oil Tower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_21"/>
          <p:cNvSpPr/>
          <p:nvPr/>
        </p:nvSpPr>
        <p:spPr>
          <a:xfrm>
            <a:off x="1097280" y="512064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 rot="5400000">
            <a:off x="1220724" y="522351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5" name="s_23"/>
          <p:cNvSpPr/>
          <p:nvPr/>
        </p:nvSpPr>
        <p:spPr>
          <a:xfrm flipH="1">
            <a:off x="1508760" y="5394960"/>
            <a:ext cx="8686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 flipV="1">
            <a:off x="1298448" y="2743200"/>
            <a:ext cx="0" cy="23774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1298448" y="2743200"/>
            <a:ext cx="10789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_26"/>
          <p:cNvSpPr txBox="1"/>
          <p:nvPr/>
        </p:nvSpPr>
        <p:spPr>
          <a:xfrm>
            <a:off x="64008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oil circulation</a:t>
            </a:r>
            <a:endParaRPr lang="en-US" sz="1200" dirty="0"/>
          </a:p>
        </p:txBody>
      </p:sp>
      <p:sp>
        <p:nvSpPr>
          <p:cNvPr id="29" name="t_27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30" name="t_28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31" name="t_2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32" name="t_3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coke and tar deposits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benzene levels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limitations</a:t>
            </a:r>
            <a:endParaRPr lang="en-US" sz="1500" dirty="0"/>
          </a:p>
        </p:txBody>
      </p:sp>
      <p:sp>
        <p:nvSpPr>
          <p:cNvPr id="33" name="t_3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34" name="t_3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35" name="t_3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6" name="t_34"/>
          <p:cNvSpPr txBox="1"/>
          <p:nvPr/>
        </p:nvSpPr>
        <p:spPr>
          <a:xfrm>
            <a:off x="6309360" y="4992624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– viscosity flush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Quench Water Tower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and emulsion fouling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Pyrolysis gasoline and benzene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Caustic Wash Tower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oil / polymer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caustic and H₂S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with neutralising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Cracked Gas Compression Knock-out Drums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and hydrocarbon condensate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and benzene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Polyethylene &amp; Polypropylene Plants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and wax deposits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Monomer / LEL in purge bins and recovery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recovery columns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Pyrolysis Gasoline &amp; Storage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Benzene-rich vapour space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Gums and heavy residues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LIWA PLASTICS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Liwa Plastics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 – Liwa Plastics Industries Complex, Sohar</dc:title>
  <dc:subject>PptxGenJS Presentation</dc:subject>
  <dc:creator>Delight International</dc:creator>
  <cp:lastModifiedBy>Delight International</cp:lastModifiedBy>
  <cp:revision>1</cp:revision>
  <dcterms:created xsi:type="dcterms:W3CDTF">2026-10-05T13:20:39Z</dcterms:created>
  <dcterms:modified xsi:type="dcterms:W3CDTF">2026-10-05T13:20:39Z</dcterms:modified>
</cp:coreProperties>
</file>