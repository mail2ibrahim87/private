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Oman Methanol (Sohar) &amp; Salalah Methanol (Salalah).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Oman &amp; Salalah Methanol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Oman &amp; Salalah Methanol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Industrial Port and Salalah Free Zone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&amp; Salalah Methanol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Oman &amp; Salalah Methanol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Oman &amp; Salalah Methanol: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Natural-gas-based methanol plants: desulphurisation, steam reforming, synthesis and distillation.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Industrial Port and Salalah Free Zone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(methanol &amp; hydrocarbons)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(feed gas)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 / heavy alcohols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deposits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Gas-freeing and cleaning feed-gas, synthesis and distillation equipment for inspection with minimal downtime.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Oman &amp; Salalah Methanol: LEL (methanol &amp; hydrocarbons), H₂S (feed gas), Pyrophoric FeS, Wax / heavy alcohols, Iron deposits.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Oman &amp; Salalah Methanol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Gas Desulphurisation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1645920"/>
            <a:ext cx="1188720" cy="3291840"/>
          </a:xfrm>
          <a:prstGeom prst="roundRect">
            <a:avLst>
              <a:gd name="adj" fmla="val 46154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371600" y="228600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347472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6" name="s_4"/>
          <p:cNvSpPr/>
          <p:nvPr/>
        </p:nvSpPr>
        <p:spPr>
          <a:xfrm>
            <a:off x="301752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3193542" y="4160520"/>
            <a:ext cx="109728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_6"/>
          <p:cNvSpPr/>
          <p:nvPr/>
        </p:nvSpPr>
        <p:spPr>
          <a:xfrm>
            <a:off x="3268980" y="433197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3268980" y="445770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_8"/>
          <p:cNvSpPr/>
          <p:nvPr/>
        </p:nvSpPr>
        <p:spPr>
          <a:xfrm>
            <a:off x="3268980" y="458343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3291840" y="2194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74520" y="493776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1874520" y="5394960"/>
            <a:ext cx="2148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4023360" y="4709160"/>
            <a:ext cx="0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_13"/>
          <p:cNvSpPr/>
          <p:nvPr/>
        </p:nvSpPr>
        <p:spPr>
          <a:xfrm>
            <a:off x="5029200" y="446227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 flipV="1">
            <a:off x="5394960" y="2514600"/>
            <a:ext cx="0" cy="194767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 flipH="1">
            <a:off x="5120640" y="25146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_16"/>
          <p:cNvSpPr txBox="1"/>
          <p:nvPr/>
        </p:nvSpPr>
        <p:spPr>
          <a:xfrm>
            <a:off x="1280160" y="5440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0175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exchanger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32918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and sulphur in guard beds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iron sulphide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 LEL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Oxidiser circulation before catalyst change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Reformer Heat Recovery &amp; Process Gas Coolers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914400" y="2011680"/>
            <a:ext cx="4572000" cy="9144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34440" y="1965960"/>
            <a:ext cx="109728" cy="10058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22402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_4"/>
          <p:cNvSpPr/>
          <p:nvPr/>
        </p:nvSpPr>
        <p:spPr>
          <a:xfrm>
            <a:off x="1371600" y="24688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371600" y="26974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463040" y="393192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1719072" y="3886200"/>
            <a:ext cx="109728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_8"/>
          <p:cNvSpPr/>
          <p:nvPr/>
        </p:nvSpPr>
        <p:spPr>
          <a:xfrm>
            <a:off x="1828800" y="411480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1828800" y="429768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28800" y="448056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t_11"/>
          <p:cNvSpPr txBox="1"/>
          <p:nvPr/>
        </p:nvSpPr>
        <p:spPr>
          <a:xfrm>
            <a:off x="914400" y="4937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tube exchangers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on exchanger tubes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process gas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9" name="t_17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500" dirty="0"/>
          </a:p>
        </p:txBody>
      </p:sp>
      <p:sp>
        <p:nvSpPr>
          <p:cNvPr id="20" name="t_18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Loop Separators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and wax residues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and nickel deposits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Methanol Distillation Columns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LEL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alcohols and wax on trays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column volumes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rinse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Methanol Storage Tanks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vapour (LEL)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Sediments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172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3858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224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&amp; SALALAH METHANOL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Oman &amp; Salalah Methanol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Oman Methanol (Sohar) &amp; Salalah Methanol (Salalah)</dc:title>
  <dc:subject>PptxGenJS Presentation</dc:subject>
  <dc:creator>Delight International</dc:creator>
  <cp:lastModifiedBy>Delight International</cp:lastModifiedBy>
  <cp:revision>1</cp:revision>
  <dcterms:created xsi:type="dcterms:W3CDTF">2026-10-05T13:20:40Z</dcterms:created>
  <dcterms:modified xsi:type="dcterms:W3CDTF">2026-10-05T13:20:40Z</dcterms:modified>
</cp:coreProperties>
</file>